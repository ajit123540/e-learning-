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tags/tag8.xml" ContentType="application/vnd.openxmlformats-officedocument.presentationml.tags+xml"/>
  <Override PartName="/ppt/tags/tag104.xml" ContentType="application/vnd.openxmlformats-officedocument.presentationml.tags+xml"/>
  <Override PartName="/ppt/tags/tag140.xml" ContentType="application/vnd.openxmlformats-officedocument.presentationml.tags+xml"/>
  <Override PartName="/ppt/tags/tag151.xml" ContentType="application/vnd.openxmlformats-officedocument.presentationml.tags+xml"/>
  <Override PartName="/ppt/tags/tag238.xml" ContentType="application/vnd.openxmlformats-officedocument.presentationml.tags+xml"/>
  <Override PartName="/ppt/slides/slide36.xml" ContentType="application/vnd.openxmlformats-officedocument.presentationml.slide+xml"/>
  <Override PartName="/ppt/tags/tag227.xml" ContentType="application/vnd.openxmlformats-officedocument.presentationml.tags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tags/tag205.xml" ContentType="application/vnd.openxmlformats-officedocument.presentationml.tags+xml"/>
  <Override PartName="/ppt/tags/tag216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tags/tag189.xml" ContentType="application/vnd.openxmlformats-officedocument.presentationml.tags+xml"/>
  <Override PartName="/ppt/tags/tag241.xml" ContentType="application/vnd.openxmlformats-officedocument.presentationml.tag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178.xml" ContentType="application/vnd.openxmlformats-officedocument.presentationml.tags+xml"/>
  <Override PartName="/ppt/tags/tag230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tags/tag167.xml" ContentType="application/vnd.openxmlformats-officedocument.presentationml.tags+xml"/>
  <Override PartName="/ppt/tags/tag41.xml" ContentType="application/vnd.openxmlformats-officedocument.presentationml.tags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235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slides/slide49.xml" ContentType="application/vnd.openxmlformats-officedocument.presentationml.slide+xml"/>
  <Override PartName="/ppt/tags/tag106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ppt/slides/slide38.xml" ContentType="application/vnd.openxmlformats-officedocument.presentationml.slide+xml"/>
  <Override PartName="/ppt/tags/tag131.xml" ContentType="application/vnd.openxmlformats-officedocument.presentationml.tags+xml"/>
  <Override PartName="/ppt/tags/tag229.xml" ContentType="application/vnd.openxmlformats-officedocument.presentationml.tags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20.xml" ContentType="application/vnd.openxmlformats-officedocument.presentationml.tags+xml"/>
  <Override PartName="/ppt/tags/tag207.xml" ContentType="application/vnd.openxmlformats-officedocument.presentationml.tags+xml"/>
  <Override PartName="/ppt/tags/tag218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87.xml" ContentType="application/vnd.openxmlformats-officedocument.presentationml.tags+xml"/>
  <Override PartName="/ppt/tags/tag243.xml" ContentType="application/vnd.openxmlformats-officedocument.presentationml.tags+xml"/>
  <Override PartName="/ppt/slides/slide41.xml" ContentType="application/vnd.openxmlformats-officedocument.presentationml.slide+xml"/>
  <Override PartName="/ppt/tags/tag29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slides/slide30.xml" ContentType="application/vnd.openxmlformats-officedocument.presentationml.slide+xml"/>
  <Override PartName="/ppt/tags/tag18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58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221.xml" ContentType="application/vnd.openxmlformats-officedocument.presentationml.tags+xml"/>
  <Override PartName="/ppt/tags/tag43.xml" ContentType="application/vnd.openxmlformats-officedocument.presentationml.tags+xml"/>
  <Override PartName="/ppt/tags/tag90.xml" ContentType="application/vnd.openxmlformats-officedocument.presentationml.tags+xml"/>
  <Override PartName="/ppt/tags/tag147.xml" ContentType="application/vnd.openxmlformats-officedocument.presentationml.tags+xml"/>
  <Override PartName="/ppt/tags/tag194.xml" ContentType="application/vnd.openxmlformats-officedocument.presentationml.tags+xml"/>
  <Override PartName="/ppt/tags/tag32.xml" ContentType="application/vnd.openxmlformats-officedocument.presentationml.tags+xml"/>
  <Override PartName="/ppt/tags/tag136.xml" ContentType="application/vnd.openxmlformats-officedocument.presentationml.tags+xml"/>
  <Override PartName="/ppt/tags/tag183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43.xml" ContentType="application/vnd.openxmlformats-officedocument.presentationml.tags+xml"/>
  <Override PartName="/ppt/tags/tag161.xml" ContentType="application/vnd.openxmlformats-officedocument.presentationml.tags+xml"/>
  <Override PartName="/ppt/tags/tag172.xml" ContentType="application/vnd.openxmlformats-officedocument.presentationml.tags+xml"/>
  <Override PartName="/ppt/tags/tag190.xml" ContentType="application/vnd.openxmlformats-officedocument.presentationml.tag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32.xml" ContentType="application/vnd.openxmlformats-officedocument.presentationml.tags+xml"/>
  <Override PartName="/ppt/tags/tag150.xml" ContentType="application/vnd.openxmlformats-officedocument.presentationml.tags+xml"/>
  <Override PartName="/ppt/tags/tag219.xml" ContentType="application/vnd.openxmlformats-officedocument.presentationml.tags+xml"/>
  <Override PartName="/ppt/tags/tag248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tags/tag226.xml" ContentType="application/vnd.openxmlformats-officedocument.presentationml.tags+xml"/>
  <Override PartName="/ppt/tags/tag237.xml" ContentType="application/vnd.openxmlformats-officedocument.presentationml.tag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tags/tag3.xml" ContentType="application/vnd.openxmlformats-officedocument.presentationml.tags+xml"/>
  <Override PartName="/ppt/tags/tag59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15.xml" ContentType="application/vnd.openxmlformats-officedocument.presentationml.tags+xml"/>
  <Override PartName="/ppt/tags/tag233.xml" ContentType="application/vnd.openxmlformats-officedocument.presentationml.tags+xml"/>
  <Override PartName="/ppt/tags/tag244.xml" ContentType="application/vnd.openxmlformats-officedocument.presentationml.tags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66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tags/tag188.xml" ContentType="application/vnd.openxmlformats-officedocument.presentationml.tags+xml"/>
  <Override PartName="/ppt/tags/tag199.xml" ContentType="application/vnd.openxmlformats-officedocument.presentationml.tags+xml"/>
  <Override PartName="/ppt/tags/tag204.xml" ContentType="application/vnd.openxmlformats-officedocument.presentationml.tags+xml"/>
  <Override PartName="/ppt/tags/tag222.xml" ContentType="application/vnd.openxmlformats-officedocument.presentationml.tags+xml"/>
  <Override PartName="/ppt/slides/slide20.xml" ContentType="application/vnd.openxmlformats-officedocument.presentationml.slide+xml"/>
  <Override PartName="/ppt/tags/tag26.xml" ContentType="application/vnd.openxmlformats-officedocument.presentationml.tags+xml"/>
  <Override PartName="/ppt/tags/tag55.xml" ContentType="application/vnd.openxmlformats-officedocument.presentationml.tags+xml"/>
  <Override PartName="/ppt/tags/tag73.xml" ContentType="application/vnd.openxmlformats-officedocument.presentationml.tags+xml"/>
  <Override PartName="/ppt/tags/tag159.xml" ContentType="application/vnd.openxmlformats-officedocument.presentationml.tags+xml"/>
  <Override PartName="/ppt/tags/tag177.xml" ContentType="application/vnd.openxmlformats-officedocument.presentationml.tags+xml"/>
  <Override PartName="/ppt/tags/tag211.xml" ContentType="application/vnd.openxmlformats-officedocument.presentationml.tags+xml"/>
  <Override PartName="/ppt/tags/tag240.xml" ContentType="application/vnd.openxmlformats-officedocument.presentationml.tags+xml"/>
  <Override PartName="/ppt/tags/tag15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62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19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66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tags/tag22.xml" ContentType="application/vnd.openxmlformats-officedocument.presentationml.tags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tags/tag108.xml" ContentType="application/vnd.openxmlformats-officedocument.presentationml.tags+xml"/>
  <Override PartName="/ppt/tags/tag126.xml" ContentType="application/vnd.openxmlformats-officedocument.presentationml.tags+xml"/>
  <Override PartName="/ppt/tags/tag155.xml" ContentType="application/vnd.openxmlformats-officedocument.presentationml.tags+xml"/>
  <Override PartName="/ppt/tags/tag173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tags/tag162.xml" ContentType="application/vnd.openxmlformats-officedocument.presentationml.tags+xml"/>
  <Override PartName="/ppt/tags/tag180.xml" ContentType="application/vnd.openxmlformats-officedocument.presentationml.tags+xml"/>
  <Override PartName="/ppt/tags/tag191.xml" ContentType="application/vnd.openxmlformats-officedocument.presentationml.tags+xml"/>
  <Override PartName="/ppt/tags/tag249.xml" ContentType="application/vnd.openxmlformats-officedocument.presentationml.tags+xml"/>
  <Override PartName="/ppt/slides/slide29.xml" ContentType="application/vnd.openxmlformats-officedocument.presentationml.slide+xml"/>
  <Override PartName="/ppt/tags/tag122.xml" ContentType="application/vnd.openxmlformats-officedocument.presentationml.tags+xml"/>
  <Override PartName="/ppt/tags/tag209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tags/tag245.xml" ContentType="application/vnd.openxmlformats-officedocument.presentationml.tags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Override PartName="/ppt/tags/tag234.xml" ContentType="application/vnd.openxmlformats-officedocument.presentationml.tags+xml"/>
  <Override PartName="/ppt/slides/slide32.xml" ContentType="application/vnd.openxmlformats-officedocument.presentationml.slide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01.xml" ContentType="application/vnd.openxmlformats-officedocument.presentationml.tags+xml"/>
  <Override PartName="/ppt/tags/tag212.xml" ContentType="application/vnd.openxmlformats-officedocument.presentationml.tags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tags/tag163.xml" ContentType="application/vnd.openxmlformats-officedocument.presentationml.tags+xml"/>
  <Override PartName="/ppt/tags/tag174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slides/slide48.xml" ContentType="application/vnd.openxmlformats-officedocument.presentationml.slide+xml"/>
  <Override PartName="/ppt/tags/tag141.xml" ContentType="application/vnd.openxmlformats-officedocument.presentationml.tags+xml"/>
  <Override PartName="/ppt/tags/tag228.xml" ContentType="application/vnd.openxmlformats-officedocument.presentationml.tags+xml"/>
  <Override PartName="/ppt/tags/tag239.xml" ContentType="application/vnd.openxmlformats-officedocument.presentationml.tag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217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tags/tag206.xml" ContentType="application/vnd.openxmlformats-officedocument.presentationml.tags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179.xml" ContentType="application/vnd.openxmlformats-officedocument.presentationml.tags+xml"/>
  <Override PartName="/ppt/tags/tag231.xml" ContentType="application/vnd.openxmlformats-officedocument.presentationml.tags+xml"/>
  <Override PartName="/ppt/tags/tag242.xml" ContentType="application/vnd.openxmlformats-officedocument.presentationml.tags+xml"/>
  <Override PartName="/ppt/slides/slide40.xml" ContentType="application/vnd.openxmlformats-officedocument.presentationml.slide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168.xml" ContentType="application/vnd.openxmlformats-officedocument.presentationml.tags+xml"/>
  <Override PartName="/ppt/tags/tag220.xml" ContentType="application/vnd.openxmlformats-officedocument.presentationml.tags+xml"/>
  <Override PartName="/ppt/tags/tag53.xml" ContentType="application/vnd.openxmlformats-officedocument.presentationml.tags+xml"/>
  <Override PartName="/ppt/tags/tag157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tags/tag182.xml" ContentType="application/vnd.openxmlformats-officedocument.presentationml.tags+xml"/>
  <Override PartName="/ppt/tags/tag193.xml" ContentType="application/vnd.openxmlformats-officedocument.presentationml.tags+xml"/>
  <Override PartName="/ppt/handoutMasters/handoutMaster1.xml" ContentType="application/vnd.openxmlformats-officedocument.presentationml.handoutMaster+xml"/>
  <Override PartName="/ppt/tags/tag20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tags/tag247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heme/theme3.xml" ContentType="application/vnd.openxmlformats-officedocument.theme+xml"/>
  <Override PartName="/ppt/tags/tag102.xml" ContentType="application/vnd.openxmlformats-officedocument.presentationml.tags+xml"/>
  <Override PartName="/ppt/tags/tag236.xml" ContentType="application/vnd.openxmlformats-officedocument.presentationml.tags+xml"/>
  <Override PartName="/ppt/slides/slide34.xml" ContentType="application/vnd.openxmlformats-officedocument.presentationml.slide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225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36.xml" ContentType="application/vnd.openxmlformats-officedocument.presentationml.tags+xml"/>
  <Override PartName="/ppt/tags/tag83.xml" ContentType="application/vnd.openxmlformats-officedocument.presentationml.tags+xml"/>
  <Override PartName="/ppt/tags/tag187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54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94" r:id="rId4"/>
    <p:sldId id="352" r:id="rId5"/>
    <p:sldId id="327" r:id="rId6"/>
    <p:sldId id="328" r:id="rId7"/>
    <p:sldId id="330" r:id="rId8"/>
    <p:sldId id="331" r:id="rId9"/>
    <p:sldId id="368" r:id="rId10"/>
    <p:sldId id="395" r:id="rId11"/>
    <p:sldId id="396" r:id="rId12"/>
    <p:sldId id="369" r:id="rId13"/>
    <p:sldId id="340" r:id="rId14"/>
    <p:sldId id="354" r:id="rId15"/>
    <p:sldId id="355" r:id="rId16"/>
    <p:sldId id="356" r:id="rId17"/>
    <p:sldId id="357" r:id="rId18"/>
    <p:sldId id="360" r:id="rId19"/>
    <p:sldId id="361" r:id="rId20"/>
    <p:sldId id="362" r:id="rId21"/>
    <p:sldId id="364" r:id="rId22"/>
    <p:sldId id="366" r:id="rId23"/>
    <p:sldId id="367" r:id="rId24"/>
    <p:sldId id="370" r:id="rId25"/>
    <p:sldId id="371" r:id="rId26"/>
    <p:sldId id="372" r:id="rId27"/>
    <p:sldId id="374" r:id="rId28"/>
    <p:sldId id="375" r:id="rId29"/>
    <p:sldId id="376" r:id="rId30"/>
    <p:sldId id="377" r:id="rId31"/>
    <p:sldId id="378" r:id="rId32"/>
    <p:sldId id="380" r:id="rId33"/>
    <p:sldId id="383" r:id="rId34"/>
    <p:sldId id="384" r:id="rId35"/>
    <p:sldId id="385" r:id="rId36"/>
    <p:sldId id="386" r:id="rId37"/>
    <p:sldId id="387" r:id="rId38"/>
    <p:sldId id="388" r:id="rId39"/>
    <p:sldId id="390" r:id="rId40"/>
    <p:sldId id="391" r:id="rId41"/>
    <p:sldId id="392" r:id="rId42"/>
    <p:sldId id="393" r:id="rId43"/>
    <p:sldId id="397" r:id="rId44"/>
    <p:sldId id="398" r:id="rId45"/>
    <p:sldId id="399" r:id="rId46"/>
    <p:sldId id="400" r:id="rId47"/>
    <p:sldId id="401" r:id="rId48"/>
    <p:sldId id="402" r:id="rId49"/>
    <p:sldId id="266" r:id="rId50"/>
  </p:sldIdLst>
  <p:sldSz cx="9144000" cy="6858000" type="screen4x3"/>
  <p:notesSz cx="6858000" cy="9144000"/>
  <p:custDataLst>
    <p:tags r:id="rId5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1638" autoAdjust="0"/>
  </p:normalViewPr>
  <p:slideViewPr>
    <p:cSldViewPr>
      <p:cViewPr varScale="1">
        <p:scale>
          <a:sx n="70" d="100"/>
          <a:sy n="70" d="100"/>
        </p:scale>
        <p:origin x="-11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28"/>
    </p:cViewPr>
  </p:sorterViewPr>
  <p:notesViewPr>
    <p:cSldViewPr>
      <p:cViewPr>
        <p:scale>
          <a:sx n="10" d="100"/>
          <a:sy n="10" d="100"/>
        </p:scale>
        <p:origin x="3762" y="1314"/>
      </p:cViewPr>
      <p:guideLst>
        <p:guide orient="horz" pos="2160"/>
        <p:guide pos="288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9371727-AA82-4B0E-A72F-A6A567B6F793}" type="datetimeFigureOut">
              <a:rPr lang="en-IN"/>
              <a:pPr>
                <a:defRPr/>
              </a:pPr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1F4937F-F36B-442B-B1BF-3F534D9E50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E4CFEF4-BAF4-4552-9B6F-8DA6A188F1F4}" type="datetimeFigureOut">
              <a:rPr lang="en-IN"/>
              <a:pPr>
                <a:defRPr/>
              </a:pPr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IN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095A9D-79F1-4117-8335-14B0A33BC53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IN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5F6E96A-C294-4DC9-9EC1-A3A744324EAC}" type="slidenum">
              <a:rPr lang="en-IN" altLang="en-US" smtClean="0"/>
              <a:pPr/>
              <a:t>1</a:t>
            </a:fld>
            <a:endParaRPr lang="en-I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F9081-1241-46EC-B4E7-14DD6A8C34D3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A4CF6-A447-4913-A430-29752940CA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77A45-A9A3-4D62-8D1A-9F0CFD346CB1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F21B5-F704-4BC7-ACED-A275B9AC66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D8FFF-AB0E-4A87-A38F-35409578DED6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253D2-93AC-4483-896D-273434150C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57C149-A570-48BB-8C44-E5A1BECF9B09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8FD0C-5247-4C47-999C-0E9161C144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0DC41D-4D78-4160-AE14-6901735E7700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0579-9713-4AEB-B4DF-07E39A3669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A94BE-5F58-48AB-893C-3B30DAE6FF06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F7B75-4CC9-4E72-8B60-ACE5CCED17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B36A6-E78E-4DB8-A0A2-E68A90BCF2CF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19B2F-C982-4EC5-96F1-3E37CE194A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CD620-B783-4F73-A4F2-9AF274560912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61B33-5DEC-4AD3-AFC0-7238BDB76B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AC244-4B90-45A0-A2BD-A0F4FEF522B9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7DD5B-405A-48AD-BEE6-EC7136E098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06AB3-5FE7-4828-B1AD-739F71A4072F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D78F7-31F5-4DCA-AA27-7684F77B88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BB16E-0001-4C63-A662-2CC54E44BADF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0B0C8-9C50-461A-844D-0A4D885D12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8FFEBE6-B64C-4071-AF89-A3C6200C6BF6}" type="datetime1">
              <a:rPr lang="en-US" altLang="en-US"/>
              <a:pPr>
                <a:defRPr/>
              </a:pPr>
              <a:t>11/28/2025</a:t>
            </a:fld>
            <a:endParaRPr lang="en-US" altLang="en-US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23BAA6F-CE07-40AD-86DB-DBAAA0CBB0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png"/><Relationship Id="rId5" Type="http://schemas.openxmlformats.org/officeDocument/2006/relationships/tags" Target="../tags/tag6.xml"/><Relationship Id="rId10" Type="http://schemas.openxmlformats.org/officeDocument/2006/relationships/image" Target="../media/image1.png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.xml"/><Relationship Id="rId7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6.xml"/><Relationship Id="rId7" Type="http://schemas.openxmlformats.org/officeDocument/2006/relationships/image" Target="../media/image5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10" Type="http://schemas.openxmlformats.org/officeDocument/2006/relationships/image" Target="../media/image4.png"/><Relationship Id="rId4" Type="http://schemas.openxmlformats.org/officeDocument/2006/relationships/tags" Target="../tags/tag17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.xml"/><Relationship Id="rId7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10" Type="http://schemas.openxmlformats.org/officeDocument/2006/relationships/image" Target="../media/image4.png"/><Relationship Id="rId4" Type="http://schemas.openxmlformats.org/officeDocument/2006/relationships/tags" Target="../tags/tag22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5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10" Type="http://schemas.openxmlformats.org/officeDocument/2006/relationships/image" Target="../media/image4.png"/><Relationship Id="rId4" Type="http://schemas.openxmlformats.org/officeDocument/2006/relationships/tags" Target="../tags/tag27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1.xml"/><Relationship Id="rId7" Type="http://schemas.openxmlformats.org/officeDocument/2006/relationships/image" Target="../media/image5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10" Type="http://schemas.openxmlformats.org/officeDocument/2006/relationships/image" Target="../media/image4.png"/><Relationship Id="rId4" Type="http://schemas.openxmlformats.org/officeDocument/2006/relationships/tags" Target="../tags/tag32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6.xml"/><Relationship Id="rId7" Type="http://schemas.openxmlformats.org/officeDocument/2006/relationships/image" Target="../media/image5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10" Type="http://schemas.openxmlformats.org/officeDocument/2006/relationships/image" Target="../media/image4.png"/><Relationship Id="rId4" Type="http://schemas.openxmlformats.org/officeDocument/2006/relationships/tags" Target="../tags/tag37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1.xml"/><Relationship Id="rId7" Type="http://schemas.openxmlformats.org/officeDocument/2006/relationships/image" Target="../media/image5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10" Type="http://schemas.openxmlformats.org/officeDocument/2006/relationships/image" Target="../media/image4.png"/><Relationship Id="rId4" Type="http://schemas.openxmlformats.org/officeDocument/2006/relationships/tags" Target="../tags/tag42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6.xml"/><Relationship Id="rId7" Type="http://schemas.openxmlformats.org/officeDocument/2006/relationships/image" Target="../media/image5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8.xml"/><Relationship Id="rId10" Type="http://schemas.openxmlformats.org/officeDocument/2006/relationships/image" Target="../media/image4.png"/><Relationship Id="rId4" Type="http://schemas.openxmlformats.org/officeDocument/2006/relationships/tags" Target="../tags/tag47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51.xml"/><Relationship Id="rId7" Type="http://schemas.openxmlformats.org/officeDocument/2006/relationships/image" Target="../media/image5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10" Type="http://schemas.openxmlformats.org/officeDocument/2006/relationships/image" Target="../media/image4.png"/><Relationship Id="rId4" Type="http://schemas.openxmlformats.org/officeDocument/2006/relationships/tags" Target="../tags/tag52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56.xml"/><Relationship Id="rId7" Type="http://schemas.openxmlformats.org/officeDocument/2006/relationships/image" Target="../media/image5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8.xml"/><Relationship Id="rId10" Type="http://schemas.openxmlformats.org/officeDocument/2006/relationships/image" Target="../media/image4.png"/><Relationship Id="rId4" Type="http://schemas.openxmlformats.org/officeDocument/2006/relationships/tags" Target="../tags/tag57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61.xml"/><Relationship Id="rId7" Type="http://schemas.openxmlformats.org/officeDocument/2006/relationships/image" Target="../media/image5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10" Type="http://schemas.openxmlformats.org/officeDocument/2006/relationships/image" Target="../media/image4.png"/><Relationship Id="rId4" Type="http://schemas.openxmlformats.org/officeDocument/2006/relationships/tags" Target="../tags/tag62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66.xml"/><Relationship Id="rId7" Type="http://schemas.openxmlformats.org/officeDocument/2006/relationships/image" Target="../media/image5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10" Type="http://schemas.openxmlformats.org/officeDocument/2006/relationships/image" Target="../media/image4.png"/><Relationship Id="rId4" Type="http://schemas.openxmlformats.org/officeDocument/2006/relationships/tags" Target="../tags/tag67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1.xml"/><Relationship Id="rId7" Type="http://schemas.openxmlformats.org/officeDocument/2006/relationships/image" Target="../media/image5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10" Type="http://schemas.openxmlformats.org/officeDocument/2006/relationships/image" Target="../media/image4.png"/><Relationship Id="rId4" Type="http://schemas.openxmlformats.org/officeDocument/2006/relationships/tags" Target="../tags/tag72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6.xml"/><Relationship Id="rId7" Type="http://schemas.openxmlformats.org/officeDocument/2006/relationships/image" Target="../media/image5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78.xml"/><Relationship Id="rId10" Type="http://schemas.openxmlformats.org/officeDocument/2006/relationships/hyperlink" Target="https://downloads.joomla.org/" TargetMode="External"/><Relationship Id="rId4" Type="http://schemas.openxmlformats.org/officeDocument/2006/relationships/tags" Target="../tags/tag77.xml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81.xml"/><Relationship Id="rId7" Type="http://schemas.openxmlformats.org/officeDocument/2006/relationships/image" Target="../media/image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10" Type="http://schemas.openxmlformats.org/officeDocument/2006/relationships/image" Target="../media/image4.png"/><Relationship Id="rId4" Type="http://schemas.openxmlformats.org/officeDocument/2006/relationships/tags" Target="../tags/tag82.xml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86.xml"/><Relationship Id="rId7" Type="http://schemas.openxmlformats.org/officeDocument/2006/relationships/image" Target="../media/image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10" Type="http://schemas.openxmlformats.org/officeDocument/2006/relationships/image" Target="../media/image4.png"/><Relationship Id="rId4" Type="http://schemas.openxmlformats.org/officeDocument/2006/relationships/tags" Target="../tags/tag87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1.xml"/><Relationship Id="rId7" Type="http://schemas.openxmlformats.org/officeDocument/2006/relationships/image" Target="../media/image5.png"/><Relationship Id="rId12" Type="http://schemas.openxmlformats.org/officeDocument/2006/relationships/image" Target="../media/image4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slideLayout" Target="../slideLayouts/slideLayout2.xml"/><Relationship Id="rId11" Type="http://schemas.openxmlformats.org/officeDocument/2006/relationships/hyperlink" Target="http://localhost/joomla" TargetMode="External"/><Relationship Id="rId5" Type="http://schemas.openxmlformats.org/officeDocument/2006/relationships/tags" Target="../tags/tag93.xml"/><Relationship Id="rId10" Type="http://schemas.openxmlformats.org/officeDocument/2006/relationships/hyperlink" Target="http://localhost/phpmyadmin" TargetMode="External"/><Relationship Id="rId4" Type="http://schemas.openxmlformats.org/officeDocument/2006/relationships/tags" Target="../tags/tag92.xml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6.xml"/><Relationship Id="rId7" Type="http://schemas.openxmlformats.org/officeDocument/2006/relationships/image" Target="../media/image5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98.xml"/><Relationship Id="rId10" Type="http://schemas.openxmlformats.org/officeDocument/2006/relationships/hyperlink" Target="http://localhost/joomla/administrator" TargetMode="External"/><Relationship Id="rId4" Type="http://schemas.openxmlformats.org/officeDocument/2006/relationships/tags" Target="../tags/tag97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01.xml"/><Relationship Id="rId7" Type="http://schemas.openxmlformats.org/officeDocument/2006/relationships/image" Target="../media/image5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3.xml"/><Relationship Id="rId10" Type="http://schemas.openxmlformats.org/officeDocument/2006/relationships/image" Target="../media/image4.png"/><Relationship Id="rId4" Type="http://schemas.openxmlformats.org/officeDocument/2006/relationships/tags" Target="../tags/tag102.xml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06.xml"/><Relationship Id="rId7" Type="http://schemas.openxmlformats.org/officeDocument/2006/relationships/image" Target="../media/image5.pn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108.xml"/><Relationship Id="rId10" Type="http://schemas.openxmlformats.org/officeDocument/2006/relationships/hyperlink" Target="https://yourdomain.com/" TargetMode="External"/><Relationship Id="rId4" Type="http://schemas.openxmlformats.org/officeDocument/2006/relationships/tags" Target="../tags/tag107.xml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1.xml"/><Relationship Id="rId7" Type="http://schemas.openxmlformats.org/officeDocument/2006/relationships/image" Target="../media/image5.png"/><Relationship Id="rId12" Type="http://schemas.openxmlformats.org/officeDocument/2006/relationships/image" Target="../media/image4.pn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slideLayout" Target="../slideLayouts/slideLayout2.xml"/><Relationship Id="rId11" Type="http://schemas.openxmlformats.org/officeDocument/2006/relationships/hyperlink" Target="http://localhost/joomla/administrator" TargetMode="External"/><Relationship Id="rId5" Type="http://schemas.openxmlformats.org/officeDocument/2006/relationships/tags" Target="../tags/tag113.xml"/><Relationship Id="rId10" Type="http://schemas.openxmlformats.org/officeDocument/2006/relationships/hyperlink" Target="http://yourdomain.com/administrator" TargetMode="External"/><Relationship Id="rId4" Type="http://schemas.openxmlformats.org/officeDocument/2006/relationships/tags" Target="../tags/tag112.xml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6.xml"/><Relationship Id="rId7" Type="http://schemas.openxmlformats.org/officeDocument/2006/relationships/image" Target="../media/image5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8.xml"/><Relationship Id="rId10" Type="http://schemas.openxmlformats.org/officeDocument/2006/relationships/image" Target="../media/image4.png"/><Relationship Id="rId4" Type="http://schemas.openxmlformats.org/officeDocument/2006/relationships/tags" Target="../tags/tag117.xml"/><Relationship Id="rId9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21.xml"/><Relationship Id="rId7" Type="http://schemas.openxmlformats.org/officeDocument/2006/relationships/image" Target="../media/image5.pn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3.xml"/><Relationship Id="rId10" Type="http://schemas.openxmlformats.org/officeDocument/2006/relationships/image" Target="../media/image4.png"/><Relationship Id="rId4" Type="http://schemas.openxmlformats.org/officeDocument/2006/relationships/tags" Target="../tags/tag122.xml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26.xml"/><Relationship Id="rId7" Type="http://schemas.openxmlformats.org/officeDocument/2006/relationships/image" Target="../media/image5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10" Type="http://schemas.openxmlformats.org/officeDocument/2006/relationships/image" Target="../media/image4.png"/><Relationship Id="rId4" Type="http://schemas.openxmlformats.org/officeDocument/2006/relationships/tags" Target="../tags/tag127.xml"/><Relationship Id="rId9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31.xml"/><Relationship Id="rId7" Type="http://schemas.openxmlformats.org/officeDocument/2006/relationships/image" Target="../media/image5.png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10" Type="http://schemas.openxmlformats.org/officeDocument/2006/relationships/image" Target="../media/image4.png"/><Relationship Id="rId4" Type="http://schemas.openxmlformats.org/officeDocument/2006/relationships/tags" Target="../tags/tag132.xml"/><Relationship Id="rId9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36.xml"/><Relationship Id="rId7" Type="http://schemas.openxmlformats.org/officeDocument/2006/relationships/image" Target="../media/image5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8.xml"/><Relationship Id="rId10" Type="http://schemas.openxmlformats.org/officeDocument/2006/relationships/image" Target="../media/image4.png"/><Relationship Id="rId4" Type="http://schemas.openxmlformats.org/officeDocument/2006/relationships/tags" Target="../tags/tag137.xml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41.xml"/><Relationship Id="rId7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3.xml"/><Relationship Id="rId10" Type="http://schemas.openxmlformats.org/officeDocument/2006/relationships/image" Target="../media/image4.png"/><Relationship Id="rId4" Type="http://schemas.openxmlformats.org/officeDocument/2006/relationships/tags" Target="../tags/tag142.xml"/><Relationship Id="rId9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46.xml"/><Relationship Id="rId7" Type="http://schemas.openxmlformats.org/officeDocument/2006/relationships/image" Target="../media/image5.pn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148.xml"/><Relationship Id="rId10" Type="http://schemas.openxmlformats.org/officeDocument/2006/relationships/hyperlink" Target="http://yourdomain.com/administrator" TargetMode="External"/><Relationship Id="rId4" Type="http://schemas.openxmlformats.org/officeDocument/2006/relationships/tags" Target="../tags/tag147.xml"/><Relationship Id="rId9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1.xml"/><Relationship Id="rId7" Type="http://schemas.openxmlformats.org/officeDocument/2006/relationships/image" Target="../media/image5.png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3.xml"/><Relationship Id="rId10" Type="http://schemas.openxmlformats.org/officeDocument/2006/relationships/image" Target="../media/image4.png"/><Relationship Id="rId4" Type="http://schemas.openxmlformats.org/officeDocument/2006/relationships/tags" Target="../tags/tag152.xml"/><Relationship Id="rId9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6.xml"/><Relationship Id="rId7" Type="http://schemas.openxmlformats.org/officeDocument/2006/relationships/image" Target="../media/image5.pn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8.xml"/><Relationship Id="rId10" Type="http://schemas.openxmlformats.org/officeDocument/2006/relationships/image" Target="../media/image4.png"/><Relationship Id="rId4" Type="http://schemas.openxmlformats.org/officeDocument/2006/relationships/tags" Target="../tags/tag157.xml"/><Relationship Id="rId9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61.xml"/><Relationship Id="rId7" Type="http://schemas.openxmlformats.org/officeDocument/2006/relationships/image" Target="../media/image5.png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3.xml"/><Relationship Id="rId10" Type="http://schemas.openxmlformats.org/officeDocument/2006/relationships/image" Target="../media/image4.png"/><Relationship Id="rId4" Type="http://schemas.openxmlformats.org/officeDocument/2006/relationships/tags" Target="../tags/tag162.xml"/><Relationship Id="rId9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66.xml"/><Relationship Id="rId7" Type="http://schemas.openxmlformats.org/officeDocument/2006/relationships/image" Target="../media/image5.pn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8.xml"/><Relationship Id="rId10" Type="http://schemas.openxmlformats.org/officeDocument/2006/relationships/image" Target="../media/image4.png"/><Relationship Id="rId4" Type="http://schemas.openxmlformats.org/officeDocument/2006/relationships/tags" Target="../tags/tag167.xml"/><Relationship Id="rId9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71.xml"/><Relationship Id="rId7" Type="http://schemas.openxmlformats.org/officeDocument/2006/relationships/image" Target="../media/image5.png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3.xml"/><Relationship Id="rId10" Type="http://schemas.openxmlformats.org/officeDocument/2006/relationships/image" Target="../media/image4.png"/><Relationship Id="rId4" Type="http://schemas.openxmlformats.org/officeDocument/2006/relationships/tags" Target="../tags/tag172.xml"/><Relationship Id="rId9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76.xml"/><Relationship Id="rId7" Type="http://schemas.openxmlformats.org/officeDocument/2006/relationships/image" Target="../media/image5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8.xml"/><Relationship Id="rId10" Type="http://schemas.openxmlformats.org/officeDocument/2006/relationships/image" Target="../media/image4.png"/><Relationship Id="rId4" Type="http://schemas.openxmlformats.org/officeDocument/2006/relationships/tags" Target="../tags/tag177.xml"/><Relationship Id="rId9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81.xml"/><Relationship Id="rId7" Type="http://schemas.openxmlformats.org/officeDocument/2006/relationships/image" Target="../media/image5.png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3.xml"/><Relationship Id="rId10" Type="http://schemas.openxmlformats.org/officeDocument/2006/relationships/image" Target="../media/image4.png"/><Relationship Id="rId4" Type="http://schemas.openxmlformats.org/officeDocument/2006/relationships/tags" Target="../tags/tag182.xml"/><Relationship Id="rId9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86.xml"/><Relationship Id="rId7" Type="http://schemas.openxmlformats.org/officeDocument/2006/relationships/image" Target="../media/image5.png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8.xml"/><Relationship Id="rId10" Type="http://schemas.openxmlformats.org/officeDocument/2006/relationships/image" Target="../media/image4.png"/><Relationship Id="rId4" Type="http://schemas.openxmlformats.org/officeDocument/2006/relationships/tags" Target="../tags/tag187.xml"/><Relationship Id="rId9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91.xml"/><Relationship Id="rId7" Type="http://schemas.openxmlformats.org/officeDocument/2006/relationships/image" Target="../media/image5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3.xml"/><Relationship Id="rId10" Type="http://schemas.openxmlformats.org/officeDocument/2006/relationships/image" Target="../media/image4.png"/><Relationship Id="rId4" Type="http://schemas.openxmlformats.org/officeDocument/2006/relationships/tags" Target="../tags/tag192.xml"/><Relationship Id="rId9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96.xml"/><Relationship Id="rId7" Type="http://schemas.openxmlformats.org/officeDocument/2006/relationships/image" Target="../media/image5.png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198.xml"/><Relationship Id="rId10" Type="http://schemas.openxmlformats.org/officeDocument/2006/relationships/hyperlink" Target="http://yourdomain.com/administrator" TargetMode="External"/><Relationship Id="rId4" Type="http://schemas.openxmlformats.org/officeDocument/2006/relationships/tags" Target="../tags/tag197.xml"/><Relationship Id="rId9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01.xml"/><Relationship Id="rId7" Type="http://schemas.openxmlformats.org/officeDocument/2006/relationships/image" Target="../media/image5.png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3.xml"/><Relationship Id="rId10" Type="http://schemas.openxmlformats.org/officeDocument/2006/relationships/image" Target="../media/image4.png"/><Relationship Id="rId4" Type="http://schemas.openxmlformats.org/officeDocument/2006/relationships/tags" Target="../tags/tag202.xml"/><Relationship Id="rId9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06.xml"/><Relationship Id="rId7" Type="http://schemas.openxmlformats.org/officeDocument/2006/relationships/image" Target="../media/image5.png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8.xml"/><Relationship Id="rId10" Type="http://schemas.openxmlformats.org/officeDocument/2006/relationships/image" Target="../media/image4.png"/><Relationship Id="rId4" Type="http://schemas.openxmlformats.org/officeDocument/2006/relationships/tags" Target="../tags/tag207.xml"/><Relationship Id="rId9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1.xml"/><Relationship Id="rId7" Type="http://schemas.openxmlformats.org/officeDocument/2006/relationships/image" Target="../media/image5.png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3.xml"/><Relationship Id="rId10" Type="http://schemas.openxmlformats.org/officeDocument/2006/relationships/image" Target="../media/image4.png"/><Relationship Id="rId4" Type="http://schemas.openxmlformats.org/officeDocument/2006/relationships/tags" Target="../tags/tag212.xml"/><Relationship Id="rId9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6.xml"/><Relationship Id="rId7" Type="http://schemas.openxmlformats.org/officeDocument/2006/relationships/image" Target="../media/image5.png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8.xml"/><Relationship Id="rId10" Type="http://schemas.openxmlformats.org/officeDocument/2006/relationships/image" Target="../media/image4.png"/><Relationship Id="rId4" Type="http://schemas.openxmlformats.org/officeDocument/2006/relationships/tags" Target="../tags/tag217.xml"/><Relationship Id="rId9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21.xml"/><Relationship Id="rId7" Type="http://schemas.openxmlformats.org/officeDocument/2006/relationships/image" Target="../media/image5.png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3.xml"/><Relationship Id="rId10" Type="http://schemas.openxmlformats.org/officeDocument/2006/relationships/image" Target="../media/image4.png"/><Relationship Id="rId4" Type="http://schemas.openxmlformats.org/officeDocument/2006/relationships/tags" Target="../tags/tag222.xml"/><Relationship Id="rId9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26.xml"/><Relationship Id="rId7" Type="http://schemas.openxmlformats.org/officeDocument/2006/relationships/image" Target="../media/image5.png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8.xml"/><Relationship Id="rId10" Type="http://schemas.openxmlformats.org/officeDocument/2006/relationships/image" Target="../media/image4.png"/><Relationship Id="rId4" Type="http://schemas.openxmlformats.org/officeDocument/2006/relationships/tags" Target="../tags/tag227.xml"/><Relationship Id="rId9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31.xml"/><Relationship Id="rId7" Type="http://schemas.openxmlformats.org/officeDocument/2006/relationships/image" Target="../media/image5.png"/><Relationship Id="rId12" Type="http://schemas.openxmlformats.org/officeDocument/2006/relationships/image" Target="../media/image4.png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slideLayout" Target="../slideLayouts/slideLayout2.xml"/><Relationship Id="rId11" Type="http://schemas.openxmlformats.org/officeDocument/2006/relationships/hyperlink" Target="http://localhost/joomla/administrator" TargetMode="External"/><Relationship Id="rId5" Type="http://schemas.openxmlformats.org/officeDocument/2006/relationships/tags" Target="../tags/tag233.xml"/><Relationship Id="rId10" Type="http://schemas.openxmlformats.org/officeDocument/2006/relationships/hyperlink" Target="http://yourdomain.com/administrator" TargetMode="External"/><Relationship Id="rId4" Type="http://schemas.openxmlformats.org/officeDocument/2006/relationships/tags" Target="../tags/tag232.xml"/><Relationship Id="rId9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36.xml"/><Relationship Id="rId7" Type="http://schemas.openxmlformats.org/officeDocument/2006/relationships/image" Target="../media/image5.png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8.xml"/><Relationship Id="rId10" Type="http://schemas.openxmlformats.org/officeDocument/2006/relationships/image" Target="../media/image4.png"/><Relationship Id="rId4" Type="http://schemas.openxmlformats.org/officeDocument/2006/relationships/tags" Target="../tags/tag237.xml"/><Relationship Id="rId9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41.xml"/><Relationship Id="rId7" Type="http://schemas.openxmlformats.org/officeDocument/2006/relationships/image" Target="../media/image5.png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43.xml"/><Relationship Id="rId10" Type="http://schemas.openxmlformats.org/officeDocument/2006/relationships/image" Target="../media/image4.png"/><Relationship Id="rId4" Type="http://schemas.openxmlformats.org/officeDocument/2006/relationships/tags" Target="../tags/tag242.xml"/><Relationship Id="rId9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4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.png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image" Target="../media/image3.png"/><Relationship Id="rId5" Type="http://schemas.openxmlformats.org/officeDocument/2006/relationships/tags" Target="../tags/tag248.xml"/><Relationship Id="rId10" Type="http://schemas.openxmlformats.org/officeDocument/2006/relationships/image" Target="../media/image9.png"/><Relationship Id="rId4" Type="http://schemas.openxmlformats.org/officeDocument/2006/relationships/tags" Target="../tags/tag247.xm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 descr="C:\Users\parul\Desktop\temp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-36513" y="-26988"/>
            <a:ext cx="9144001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051" name="TextBox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43000" y="1473200"/>
            <a:ext cx="6858000" cy="1169988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2800" dirty="0" smtClean="0"/>
              <a:t>Content Management System</a:t>
            </a:r>
            <a:endParaRPr lang="en-IN" sz="2800" dirty="0"/>
          </a:p>
          <a:p>
            <a:pPr algn="ctr"/>
            <a:r>
              <a:rPr lang="en-IN" altLang="en-US" sz="3500" b="1" dirty="0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Unit – </a:t>
            </a:r>
            <a:r>
              <a:rPr lang="en-IN" altLang="en-US" sz="3500" b="1" dirty="0" smtClean="0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1</a:t>
            </a:r>
            <a:endParaRPr lang="en-IN" altLang="en-US" sz="3500" b="1" dirty="0">
              <a:solidFill>
                <a:srgbClr val="000000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2052" name="TextBox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7175" y="2854325"/>
            <a:ext cx="6089650" cy="769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en-US" sz="2200" b="1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Prof. Sohil Parmar</a:t>
            </a:r>
            <a:endParaRPr lang="en-US" altLang="en-US" sz="2200">
              <a:solidFill>
                <a:srgbClr val="000000"/>
              </a:solidFill>
              <a:latin typeface="Calibri" pitchFamily="34" charset="0"/>
              <a:cs typeface="Times New Roman" pitchFamily="18" charset="0"/>
            </a:endParaRPr>
          </a:p>
        </p:txBody>
      </p:sp>
      <p:pic>
        <p:nvPicPr>
          <p:cNvPr id="2053" name="Picture 2" descr="C:\Users\parul\Desktop\Registered Logosd.pn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/>
          <a:srcRect/>
          <a:stretch>
            <a:fillRect/>
          </a:stretch>
        </p:blipFill>
        <p:spPr bwMode="auto">
          <a:xfrm>
            <a:off x="3381375" y="500063"/>
            <a:ext cx="2381250" cy="628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054" name="Group 26"/>
          <p:cNvGrpSpPr>
            <a:grpSpLocks/>
          </p:cNvGrpSpPr>
          <p:nvPr/>
        </p:nvGrpSpPr>
        <p:grpSpPr bwMode="auto">
          <a:xfrm>
            <a:off x="1417638" y="2692400"/>
            <a:ext cx="6308725" cy="93663"/>
            <a:chOff x="1428728" y="2571744"/>
            <a:chExt cx="6309404" cy="94298"/>
          </a:xfrm>
        </p:grpSpPr>
        <p:sp>
          <p:nvSpPr>
            <p:cNvPr id="2057" name="Straight Connector 8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1428728" y="2618094"/>
              <a:ext cx="6287177" cy="159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8" name="Oval 2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flipH="1" flipV="1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lang="en-US" altLang="en-US"/>
            </a:p>
          </p:txBody>
        </p:sp>
        <p:sp>
          <p:nvSpPr>
            <p:cNvPr id="2059" name="Oval 2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 flipH="1" flipV="1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lang="en-US" altLang="en-US"/>
            </a:p>
          </p:txBody>
        </p:sp>
      </p:grpSp>
      <p:pic>
        <p:nvPicPr>
          <p:cNvPr id="2055" name="Audio 6">
            <a:hlinkClick r:id="" action="ppaction://media"/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Audio 4">
            <a:hlinkClick r:id="" action="ppaction://media"/>
          </p:cNvPr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4896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100013"/>
            <a:ext cx="9144000" cy="6900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075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2571750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076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3714750"/>
            <a:ext cx="9144000" cy="1500188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077" name="TextBox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7250" y="3756025"/>
            <a:ext cx="8143875" cy="1458913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en-IN" altLang="en-US" sz="35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CMS Introduction &amp; configuration</a:t>
            </a:r>
            <a:endParaRPr lang="en-IN" altLang="en-US" sz="35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3078" name="TextBox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14500" y="3071813"/>
            <a:ext cx="5715000" cy="630237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3500" b="1" dirty="0">
                <a:latin typeface="Calibri" pitchFamily="34" charset="0"/>
                <a:cs typeface="Times New Roman" pitchFamily="18" charset="0"/>
              </a:rPr>
              <a:t>Unit – </a:t>
            </a:r>
            <a:r>
              <a:rPr lang="en-US" altLang="en-US" sz="3500" b="1" dirty="0" smtClean="0">
                <a:latin typeface="Calibri" pitchFamily="34" charset="0"/>
                <a:cs typeface="Times New Roman" pitchFamily="18" charset="0"/>
              </a:rPr>
              <a:t>1 </a:t>
            </a:r>
            <a:endParaRPr lang="en-IN" altLang="en-US" sz="3500" b="1" dirty="0">
              <a:latin typeface="Calibri" pitchFamily="34" charset="0"/>
              <a:cs typeface="Times New Roman" pitchFamily="18" charset="0"/>
            </a:endParaRPr>
          </a:p>
        </p:txBody>
      </p:sp>
      <p:pic>
        <p:nvPicPr>
          <p:cNvPr id="3079" name="Audio 6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Audio 3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6838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099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4100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4101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Define -data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410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 a </a:t>
            </a:r>
            <a:r>
              <a:rPr lang="en-IN" sz="2000" b="1" dirty="0" smtClean="0"/>
              <a:t>PHP-based Content Management System (CMS)</a:t>
            </a:r>
            <a:r>
              <a:rPr lang="en-IN" sz="2000" dirty="0" smtClean="0"/>
              <a:t>, </a:t>
            </a:r>
            <a:r>
              <a:rPr lang="en-IN" sz="2000" b="1" dirty="0" smtClean="0"/>
              <a:t>data</a:t>
            </a:r>
            <a:r>
              <a:rPr lang="en-IN" sz="2000" dirty="0" smtClean="0"/>
              <a:t> refers to all the information that the system stores, manages, and retrieves using PHP scripts.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data is usually saved in a </a:t>
            </a:r>
            <a:r>
              <a:rPr lang="en-IN" sz="2000" b="1" dirty="0" smtClean="0"/>
              <a:t>database (like </a:t>
            </a:r>
            <a:r>
              <a:rPr lang="en-IN" sz="2000" b="1" dirty="0" err="1" smtClean="0"/>
              <a:t>MySQL</a:t>
            </a:r>
            <a:r>
              <a:rPr lang="en-IN" sz="2000" b="1" dirty="0" smtClean="0"/>
              <a:t>)</a:t>
            </a:r>
            <a:r>
              <a:rPr lang="en-IN" sz="2000" dirty="0" smtClean="0"/>
              <a:t> and can include: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000" dirty="0" smtClean="0"/>
              <a:t>		- </a:t>
            </a:r>
            <a:r>
              <a:rPr lang="fr-FR" sz="2000" b="1" dirty="0" smtClean="0"/>
              <a:t>User information</a:t>
            </a:r>
            <a:r>
              <a:rPr lang="fr-FR" sz="2000" dirty="0" smtClean="0"/>
              <a:t> – </a:t>
            </a:r>
            <a:r>
              <a:rPr lang="fr-FR" sz="2000" dirty="0" err="1" smtClean="0"/>
              <a:t>username</a:t>
            </a:r>
            <a:r>
              <a:rPr lang="fr-FR" sz="2000" dirty="0" smtClean="0"/>
              <a:t>, email, </a:t>
            </a:r>
            <a:r>
              <a:rPr lang="fr-FR" sz="2000" dirty="0" err="1" smtClean="0"/>
              <a:t>password</a:t>
            </a:r>
            <a:endParaRPr lang="fr-FR" sz="2000" dirty="0" smtClean="0"/>
          </a:p>
          <a:p>
            <a:pPr marL="342900" indent="-342900" algn="just">
              <a:lnSpc>
                <a:spcPct val="150000"/>
              </a:lnSpc>
            </a:pPr>
            <a:r>
              <a:rPr lang="fr-FR" sz="2000" dirty="0" smtClean="0"/>
              <a:t>		- </a:t>
            </a:r>
            <a:r>
              <a:rPr lang="fr-FR" sz="2000" b="1" dirty="0" smtClean="0"/>
              <a:t>Content</a:t>
            </a:r>
            <a:r>
              <a:rPr lang="fr-FR" sz="2000" dirty="0" smtClean="0"/>
              <a:t> – pages, </a:t>
            </a:r>
            <a:r>
              <a:rPr lang="fr-FR" sz="2000" dirty="0" err="1" smtClean="0"/>
              <a:t>posts</a:t>
            </a:r>
            <a:r>
              <a:rPr lang="fr-FR" sz="2000" dirty="0" smtClean="0"/>
              <a:t>, articles, images</a:t>
            </a:r>
          </a:p>
          <a:p>
            <a:pPr marL="342900" indent="-342900" algn="just">
              <a:lnSpc>
                <a:spcPct val="150000"/>
              </a:lnSpc>
            </a:pPr>
            <a:r>
              <a:rPr lang="fr-FR" sz="2000" dirty="0" smtClean="0"/>
              <a:t>		- </a:t>
            </a:r>
            <a:r>
              <a:rPr lang="en-IN" sz="2000" b="1" dirty="0" smtClean="0"/>
              <a:t>Settings</a:t>
            </a:r>
            <a:r>
              <a:rPr lang="en-IN" sz="2000" dirty="0" smtClean="0"/>
              <a:t> – website configuration, themes, </a:t>
            </a:r>
            <a:r>
              <a:rPr lang="en-IN" sz="2000" dirty="0" err="1" smtClean="0"/>
              <a:t>plugins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</a:pPr>
            <a:r>
              <a:rPr lang="en-US" sz="2000" dirty="0" smtClean="0"/>
              <a:t>		- </a:t>
            </a:r>
            <a:r>
              <a:rPr lang="en-IN" sz="2000" b="1" dirty="0" smtClean="0"/>
              <a:t>Metadata</a:t>
            </a:r>
            <a:r>
              <a:rPr lang="en-IN" sz="2000" dirty="0" smtClean="0"/>
              <a:t> – timestamps, author names, categories, tags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000" dirty="0" smtClean="0"/>
              <a:t>		- </a:t>
            </a:r>
            <a:r>
              <a:rPr lang="en-IN" sz="2000" b="1" dirty="0" smtClean="0"/>
              <a:t>Media files</a:t>
            </a:r>
            <a:r>
              <a:rPr lang="en-IN" sz="2000" dirty="0" smtClean="0"/>
              <a:t> – images, documents, videos (stored as file paths)</a:t>
            </a:r>
          </a:p>
          <a:p>
            <a:pPr marL="342900" indent="-342900" algn="just">
              <a:lnSpc>
                <a:spcPct val="150000"/>
              </a:lnSpc>
            </a:pPr>
            <a:endParaRPr lang="en-IN" sz="2000" dirty="0"/>
          </a:p>
        </p:txBody>
      </p:sp>
      <p:pic>
        <p:nvPicPr>
          <p:cNvPr id="410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195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8196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8197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information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8199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0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Information in a CMS refers to all the organized and meaningful data that the system manages, stores, processes, and displays to users.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It includes any content that is created, edited, published, or viewed within the CMS.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Examples of Information in a CMS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Web pages and articles           - Images, videos, audio files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User profiles and permissions  - Menus, links, and navigation structure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Metadata</a:t>
            </a:r>
            <a:r>
              <a:rPr lang="en-IN" sz="2000" dirty="0" smtClean="0"/>
              <a:t> (title, keywords, description, tags)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Comments and feedback      - Website settings and configuration details</a:t>
            </a:r>
            <a:endParaRPr lang="en-IN" sz="2000" b="1" dirty="0" smtClean="0"/>
          </a:p>
        </p:txBody>
      </p:sp>
      <p:pic>
        <p:nvPicPr>
          <p:cNvPr id="820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9219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9220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9221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content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922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Content in a CMS refers to all the digital material created, stored, edited, and published through the system.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It is the main information displayed on the website and can be managed without needing technical coding knowledge.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b="1" dirty="0" smtClean="0"/>
              <a:t>Types of Content in a CMS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fr-FR" sz="2000" b="1" dirty="0" err="1" smtClean="0"/>
              <a:t>Text</a:t>
            </a:r>
            <a:r>
              <a:rPr lang="fr-FR" sz="2000" dirty="0" smtClean="0"/>
              <a:t> – articles, blogs, pages, news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b="1" dirty="0" smtClean="0"/>
              <a:t>Images</a:t>
            </a:r>
            <a:r>
              <a:rPr lang="en-IN" sz="2000" dirty="0" smtClean="0"/>
              <a:t> – photos, banners, icons    - Links and menus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Videos and audio		- Forms, comments, and feedback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b="1" dirty="0" smtClean="0"/>
              <a:t>Documents</a:t>
            </a:r>
            <a:r>
              <a:rPr lang="en-IN" sz="2000" dirty="0" smtClean="0"/>
              <a:t> – PDFs, files      - </a:t>
            </a:r>
            <a:r>
              <a:rPr lang="en-IN" sz="2000" b="1" dirty="0" smtClean="0"/>
              <a:t>Metadata</a:t>
            </a:r>
            <a:r>
              <a:rPr lang="en-IN" sz="2000" dirty="0" smtClean="0"/>
              <a:t> – title, tags, description</a:t>
            </a:r>
            <a:r>
              <a:rPr lang="en-US" sz="2000" dirty="0"/>
              <a:t>			</a:t>
            </a:r>
          </a:p>
        </p:txBody>
      </p:sp>
      <p:pic>
        <p:nvPicPr>
          <p:cNvPr id="922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243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0244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0245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Introduction to Content Management System (CMS)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024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 </a:t>
            </a:r>
            <a:r>
              <a:rPr lang="en-IN" sz="2000" b="1" dirty="0" smtClean="0"/>
              <a:t>Content Management System (CMS)</a:t>
            </a:r>
            <a:r>
              <a:rPr lang="en-IN" sz="2000" dirty="0" smtClean="0"/>
              <a:t> is a software application that helps users create, manage, organize, and publish digital content on websites without needing technical programming knowledge.</a:t>
            </a:r>
            <a:r>
              <a:rPr lang="en-US" sz="2000" dirty="0"/>
              <a:t>	</a:t>
            </a:r>
            <a:endParaRPr lang="en-US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It provides an easy-to-use interface where users can add or edit web pages, images, videos, and other content.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CMS separates </a:t>
            </a:r>
            <a:r>
              <a:rPr lang="en-IN" sz="2000" b="1" dirty="0" smtClean="0"/>
              <a:t>content</a:t>
            </a:r>
            <a:r>
              <a:rPr lang="en-IN" sz="2000" dirty="0" smtClean="0"/>
              <a:t> from </a:t>
            </a:r>
            <a:r>
              <a:rPr lang="en-IN" sz="2000" b="1" dirty="0" smtClean="0"/>
              <a:t>design</a:t>
            </a:r>
            <a:r>
              <a:rPr lang="en-IN" sz="2000" dirty="0" smtClean="0"/>
              <a:t>, allowing website owners to update information easily without changing the underlying code.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It also supports multiple users, workflows, templates, themes, and </a:t>
            </a:r>
            <a:r>
              <a:rPr lang="en-IN" sz="2000" dirty="0" err="1" smtClean="0"/>
              <a:t>plugins</a:t>
            </a:r>
            <a:r>
              <a:rPr lang="en-IN" sz="2000" dirty="0" smtClean="0"/>
              <a:t> to extend website functionality.</a:t>
            </a:r>
            <a:r>
              <a:rPr lang="en-US" sz="2000" dirty="0"/>
              <a:t>	</a:t>
            </a:r>
          </a:p>
        </p:txBody>
      </p:sp>
      <p:pic>
        <p:nvPicPr>
          <p:cNvPr id="10249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126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126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126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127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Key Features of CMS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Easy content creation and editing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User-friendly interface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Templates and themes for design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Plugins</a:t>
            </a:r>
            <a:r>
              <a:rPr lang="en-IN" sz="2000" dirty="0" smtClean="0"/>
              <a:t>/extensions for additional features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Content storage and organization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User roles and permissions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Search and navigation tools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Examples of CMS</a:t>
            </a:r>
            <a:r>
              <a:rPr lang="en-US" sz="2000" b="1" dirty="0"/>
              <a:t>	</a:t>
            </a:r>
            <a:r>
              <a:rPr lang="en-IN" sz="2000" dirty="0" err="1" smtClean="0"/>
              <a:t>WordPress</a:t>
            </a:r>
            <a:r>
              <a:rPr lang="en-IN" sz="2000" dirty="0" smtClean="0"/>
              <a:t> ,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, </a:t>
            </a:r>
            <a:r>
              <a:rPr lang="en-IN" sz="2000" dirty="0" err="1" smtClean="0"/>
              <a:t>Drupal</a:t>
            </a:r>
            <a:r>
              <a:rPr lang="en-IN" sz="2000" dirty="0" smtClean="0"/>
              <a:t> , </a:t>
            </a:r>
            <a:r>
              <a:rPr lang="en-IN" sz="2000" dirty="0" err="1" smtClean="0"/>
              <a:t>Magento</a:t>
            </a:r>
            <a:r>
              <a:rPr lang="en-IN" sz="2000" smtClean="0"/>
              <a:t> (for e-commerce)</a:t>
            </a:r>
            <a:r>
              <a:rPr lang="en-US" sz="2000" dirty="0"/>
              <a:t>	</a:t>
            </a:r>
          </a:p>
        </p:txBody>
      </p:sp>
      <p:pic>
        <p:nvPicPr>
          <p:cNvPr id="1127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2291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2292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2293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Continue… </a:t>
            </a:r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</a:t>
            </a:r>
          </a:p>
          <a:p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229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b="1" dirty="0" smtClean="0"/>
              <a:t>Why CMS is Important?</a:t>
            </a:r>
            <a:r>
              <a:rPr lang="en-IN" sz="2000" dirty="0" smtClean="0"/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Saves time and cost.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No need for programming knowledge.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Allows multiple users to work on the website.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Easy maintenance and updates.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Flexible and scalable for any size of website.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b="1" dirty="0" smtClean="0"/>
              <a:t>Applications of CMS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Business websites      Blogs and news portals   E-commerce sites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Educational websites  Government portals  Portfolio and personal sites</a:t>
            </a:r>
            <a:r>
              <a:rPr lang="en-US" sz="2000" dirty="0"/>
              <a:t>	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			</a:t>
            </a:r>
          </a:p>
        </p:txBody>
      </p:sp>
      <p:pic>
        <p:nvPicPr>
          <p:cNvPr id="1229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2291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2292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2293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Comparison of CMS and website builder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</a:t>
            </a:r>
          </a:p>
          <a:p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od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229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defRPr/>
            </a:pPr>
            <a:r>
              <a:rPr lang="en-US" sz="2000" dirty="0"/>
              <a:t>	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			</a:t>
            </a:r>
          </a:p>
        </p:txBody>
      </p:sp>
      <p:pic>
        <p:nvPicPr>
          <p:cNvPr id="1229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4282" y="2500306"/>
          <a:ext cx="8786874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26"/>
                <a:gridCol w="3643338"/>
                <a:gridCol w="321471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Basis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CMS (Content Management System)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Website Builder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Definition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/>
                        <a:t>A software platform used to create, manage, and modify website content, often requiring some technical knowledge.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 simple drag-and-drop tool designed for quickly creating websites without any technical skills.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Technical Knowledge Required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Moderate – basic HTML/CSS may be helpful but not compulsory.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Very low – no coding needed; designed for beginners.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Flexibility &amp; Customization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Very high. Users can install themes, </a:t>
                      </a:r>
                      <a:r>
                        <a:rPr lang="en-IN" dirty="0" err="1" smtClean="0"/>
                        <a:t>plugins</a:t>
                      </a:r>
                      <a:r>
                        <a:rPr lang="en-IN" dirty="0" smtClean="0"/>
                        <a:t>, edit code, and create custom features.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Limited. Customization depends on pre-built templates and available design blocks.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Control Over Website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Full control over design, functionality, and hosting.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Limited control; platform controls hosting, security, and features.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2291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2292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2293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</a:t>
            </a:r>
          </a:p>
          <a:p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od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229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defRPr/>
            </a:pPr>
            <a:r>
              <a:rPr lang="en-US" sz="2000" dirty="0"/>
              <a:t>	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			</a:t>
            </a:r>
          </a:p>
        </p:txBody>
      </p:sp>
      <p:pic>
        <p:nvPicPr>
          <p:cNvPr id="1229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4282" y="2500306"/>
          <a:ext cx="8786874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26"/>
                <a:gridCol w="3643338"/>
                <a:gridCol w="321471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Basis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CMS (Content Management System)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Website Builder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Hosting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/>
                        <a:t>Self-hosted (WordPress.org, </a:t>
                      </a:r>
                      <a:r>
                        <a:rPr lang="en-IN" dirty="0" err="1" smtClean="0"/>
                        <a:t>Joomla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Drupal</a:t>
                      </a:r>
                      <a:r>
                        <a:rPr lang="en-IN" dirty="0" smtClean="0"/>
                        <a:t>) or hosted options available.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Fully hosted (</a:t>
                      </a:r>
                      <a:r>
                        <a:rPr lang="en-IN" dirty="0" err="1" smtClean="0"/>
                        <a:t>Wix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Squarespace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Weebly</a:t>
                      </a:r>
                      <a:r>
                        <a:rPr lang="en-IN" dirty="0" smtClean="0"/>
                        <a:t>). No external hosting needed.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Plugins</a:t>
                      </a:r>
                      <a:r>
                        <a:rPr lang="en-IN" dirty="0" smtClean="0"/>
                        <a:t>/Extensions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Thousands of </a:t>
                      </a:r>
                      <a:r>
                        <a:rPr lang="en-IN" dirty="0" err="1" smtClean="0"/>
                        <a:t>plugins</a:t>
                      </a:r>
                      <a:r>
                        <a:rPr lang="en-IN" dirty="0" smtClean="0"/>
                        <a:t>/extensions available for extra functionality.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Limited extension marketplace; mostly built-in features only.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Ease of 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Moderately easy; learning curve exists.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Very easy; beginner-friendly drag-and-drop interface.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Software may be free, but hosting, domain, and premium </a:t>
                      </a:r>
                      <a:r>
                        <a:rPr lang="en-IN" dirty="0" err="1" smtClean="0"/>
                        <a:t>plugins</a:t>
                      </a:r>
                      <a:r>
                        <a:rPr lang="en-IN" dirty="0" smtClean="0"/>
                        <a:t>/themes cost extra.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Usually subscription-based with monthly/annual plans.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2291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2292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2293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</a:t>
            </a:r>
          </a:p>
          <a:p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od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229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defRPr/>
            </a:pPr>
            <a:r>
              <a:rPr lang="en-US" sz="2000" dirty="0"/>
              <a:t>	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			</a:t>
            </a:r>
          </a:p>
        </p:txBody>
      </p:sp>
      <p:pic>
        <p:nvPicPr>
          <p:cNvPr id="1229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4282" y="2500306"/>
          <a:ext cx="8786874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26"/>
                <a:gridCol w="3643338"/>
                <a:gridCol w="321471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Basis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CMS (Content Management System)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Website Builder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Scalability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smtClean="0"/>
                        <a:t>Highly scalable; can support small blogs to enterprise-level websites.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Limited scalability; suitable for small and medium websites.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Security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User is responsible for updates, backups, and security (in self-hosted CMS).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Platform provider handles security, updates, and backups.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Examples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WordPress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Joomla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Drupal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Magento</a:t>
                      </a:r>
                      <a:r>
                        <a:rPr lang="en-IN" dirty="0" smtClean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Wix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Squarespace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Weebly</a:t>
                      </a:r>
                      <a:r>
                        <a:rPr lang="en-IN" dirty="0" smtClean="0"/>
                        <a:t>, </a:t>
                      </a:r>
                      <a:r>
                        <a:rPr lang="en-IN" dirty="0" err="1" smtClean="0"/>
                        <a:t>Shopify</a:t>
                      </a:r>
                      <a:r>
                        <a:rPr lang="en-IN" dirty="0" smtClean="0"/>
                        <a:t> (for e-commerce).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85720" y="5286388"/>
            <a:ext cx="857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CMS</a:t>
            </a:r>
            <a:r>
              <a:rPr lang="en-IN" dirty="0" smtClean="0"/>
              <a:t> is best for:  Large websites , Websites needing advanced features , Developers, businesses, and customizable solutions  </a:t>
            </a:r>
          </a:p>
          <a:p>
            <a:r>
              <a:rPr lang="en-IN" b="1" dirty="0" smtClean="0"/>
              <a:t>Website Builders</a:t>
            </a:r>
            <a:r>
              <a:rPr lang="en-IN" dirty="0" smtClean="0"/>
              <a:t> are ideal for: Beginners , Small business websites  , People needing quick, simple, ready-made sites</a:t>
            </a:r>
            <a:endParaRPr lang="en-IN" dirty="0"/>
          </a:p>
        </p:txBody>
      </p:sp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339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4340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4341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Introduction to dynamic web pages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434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A </a:t>
            </a:r>
            <a:r>
              <a:rPr lang="en-IN" sz="2000" b="1" dirty="0" smtClean="0"/>
              <a:t>dynamic web page</a:t>
            </a:r>
            <a:r>
              <a:rPr lang="en-IN" sz="2000" dirty="0" smtClean="0"/>
              <a:t> is a type of web page whose content changes automatically based on </a:t>
            </a:r>
            <a:r>
              <a:rPr lang="en-IN" sz="2000" b="1" dirty="0" smtClean="0"/>
              <a:t>user interaction</a:t>
            </a:r>
            <a:r>
              <a:rPr lang="en-IN" sz="2000" dirty="0" smtClean="0"/>
              <a:t>, </a:t>
            </a:r>
            <a:r>
              <a:rPr lang="en-IN" sz="2000" b="1" dirty="0" smtClean="0"/>
              <a:t>time</a:t>
            </a:r>
            <a:r>
              <a:rPr lang="en-IN" sz="2000" dirty="0" smtClean="0"/>
              <a:t>, </a:t>
            </a:r>
            <a:r>
              <a:rPr lang="en-IN" sz="2000" b="1" dirty="0" smtClean="0"/>
              <a:t>database data</a:t>
            </a:r>
            <a:r>
              <a:rPr lang="en-IN" sz="2000" dirty="0" smtClean="0"/>
              <a:t>, or other real-time factors.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Unlike static web pages, which always display the same content, dynamic pages can display </a:t>
            </a:r>
            <a:r>
              <a:rPr lang="en-IN" sz="2000" b="1" dirty="0" smtClean="0"/>
              <a:t>different information each time they are loaded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000" dirty="0" smtClean="0"/>
              <a:t>Dynamic web pages are generated using </a:t>
            </a:r>
            <a:r>
              <a:rPr lang="en-IN" sz="2000" b="1" dirty="0" smtClean="0"/>
              <a:t>server-side scripting languages</a:t>
            </a:r>
            <a:r>
              <a:rPr lang="en-IN" sz="2000" dirty="0" smtClean="0"/>
              <a:t> such as PHP, ASP.NET, Python, Node.js, or </a:t>
            </a:r>
            <a:r>
              <a:rPr lang="en-IN" sz="2000" b="1" dirty="0" smtClean="0"/>
              <a:t>client-side scripting</a:t>
            </a:r>
            <a:r>
              <a:rPr lang="en-IN" sz="2000" dirty="0" smtClean="0"/>
              <a:t> such as JavaScript.</a:t>
            </a:r>
            <a:r>
              <a:rPr lang="en-US" sz="2000" dirty="0"/>
              <a:t>		</a:t>
            </a:r>
          </a:p>
        </p:txBody>
      </p:sp>
      <p:pic>
        <p:nvPicPr>
          <p:cNvPr id="1434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638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638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638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639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2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Key Characteristics of Dynamic Web Pages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1. Content changes based on input or conditions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Example: Login systems, search results, user profiles.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/>
              <a:t>2. </a:t>
            </a:r>
            <a:r>
              <a:rPr lang="en-IN" sz="2000" dirty="0" smtClean="0"/>
              <a:t>Connected with a database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They fetch, insert, update, and display data dynamically.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3. Use of scripting languages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i="1" dirty="0" smtClean="0"/>
              <a:t>Client-side:</a:t>
            </a:r>
            <a:r>
              <a:rPr lang="en-IN" sz="2000" dirty="0" smtClean="0"/>
              <a:t> JavaScript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i="1" dirty="0" smtClean="0"/>
              <a:t>Server-side:</a:t>
            </a:r>
            <a:r>
              <a:rPr lang="en-IN" sz="2000" dirty="0" smtClean="0"/>
              <a:t> PHP, Python, ASP.NET, Ruby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Interactive and user-friendly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 err="1" smtClean="0"/>
              <a:t>Forms</a:t>
            </a:r>
            <a:r>
              <a:rPr lang="fr-FR" sz="2000" dirty="0" smtClean="0"/>
              <a:t>, </a:t>
            </a:r>
            <a:r>
              <a:rPr lang="fr-FR" sz="2000" dirty="0" err="1" smtClean="0"/>
              <a:t>dropdowns</a:t>
            </a:r>
            <a:r>
              <a:rPr lang="fr-FR" sz="2000" dirty="0" smtClean="0"/>
              <a:t>, auto-update content, etc.</a:t>
            </a:r>
            <a:r>
              <a:rPr lang="en-US" sz="2000" dirty="0"/>
              <a:t>		</a:t>
            </a:r>
          </a:p>
        </p:txBody>
      </p:sp>
      <p:pic>
        <p:nvPicPr>
          <p:cNvPr id="1639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411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7412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7413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Continue… </a:t>
            </a:r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741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Difference Between Static and Dynamic Web Pages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Static:</a:t>
            </a:r>
            <a:r>
              <a:rPr lang="en-IN" sz="2000" dirty="0" smtClean="0"/>
              <a:t> Same content every time; built using HTML only.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Dynamic:</a:t>
            </a:r>
            <a:r>
              <a:rPr lang="en-IN" sz="2000" dirty="0" smtClean="0"/>
              <a:t> Content changes; uses scripting + database.</a:t>
            </a:r>
            <a:endParaRPr lang="en-US" sz="2000" dirty="0"/>
          </a:p>
        </p:txBody>
      </p:sp>
      <p:pic>
        <p:nvPicPr>
          <p:cNvPr id="1741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35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8436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8437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Downloading  </a:t>
            </a:r>
            <a:r>
              <a:rPr lang="en-US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Joomla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</a:t>
            </a:r>
          </a:p>
          <a:p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ethod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8439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0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is a popular </a:t>
            </a:r>
            <a:r>
              <a:rPr lang="en-IN" sz="2000" b="1" dirty="0" smtClean="0"/>
              <a:t>open-source Content Management System (CMS)</a:t>
            </a:r>
            <a:r>
              <a:rPr lang="en-IN" sz="2000" dirty="0" smtClean="0"/>
              <a:t> used to build dynamic and powerful websites.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To start using </a:t>
            </a:r>
            <a:r>
              <a:rPr lang="en-IN" sz="2000" dirty="0" err="1" smtClean="0"/>
              <a:t>Joomla</a:t>
            </a:r>
            <a:r>
              <a:rPr lang="en-IN" sz="2000" dirty="0" smtClean="0"/>
              <a:t>, you must </a:t>
            </a:r>
            <a:r>
              <a:rPr lang="en-IN" sz="2000" b="1" dirty="0" smtClean="0"/>
              <a:t>download</a:t>
            </a:r>
            <a:r>
              <a:rPr lang="en-IN" sz="2000" dirty="0" smtClean="0"/>
              <a:t>, </a:t>
            </a:r>
            <a:r>
              <a:rPr lang="en-IN" sz="2000" b="1" dirty="0" smtClean="0"/>
              <a:t>install</a:t>
            </a:r>
            <a:r>
              <a:rPr lang="en-IN" sz="2000" dirty="0" smtClean="0"/>
              <a:t>, and </a:t>
            </a:r>
            <a:r>
              <a:rPr lang="en-IN" sz="2000" b="1" dirty="0" smtClean="0"/>
              <a:t>configure</a:t>
            </a:r>
            <a:r>
              <a:rPr lang="en-IN" sz="2000" dirty="0" smtClean="0"/>
              <a:t> it on your server or local machine.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1: Visit the Official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Website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 the official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download page: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>
                <a:hlinkClick r:id="rId10"/>
              </a:rPr>
              <a:t>https://downloads.joomla.org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Step 2: Choose the Latest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Version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Select the latest stable version (e.g.,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5.x or 4.x).</a:t>
            </a:r>
            <a:endParaRPr lang="en-US" sz="2000" dirty="0"/>
          </a:p>
        </p:txBody>
      </p:sp>
      <p:pic>
        <p:nvPicPr>
          <p:cNvPr id="1844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9459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19460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19461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</a:t>
            </a:r>
          </a:p>
          <a:p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ethod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946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Step 3: Download the ZIP Package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on the </a:t>
            </a:r>
            <a:r>
              <a:rPr lang="en-IN" sz="2000" b="1" dirty="0" smtClean="0"/>
              <a:t>“Download”</a:t>
            </a:r>
            <a:r>
              <a:rPr lang="en-IN" sz="2000" dirty="0" smtClean="0"/>
              <a:t> button to get the compressed .zip file.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Step 4: Save the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Save the downloaded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package to your computer.</a:t>
            </a:r>
            <a:r>
              <a:rPr lang="en-US" sz="2000" dirty="0"/>
              <a:t>	</a:t>
            </a:r>
          </a:p>
        </p:txBody>
      </p:sp>
      <p:pic>
        <p:nvPicPr>
          <p:cNvPr id="1946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0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2150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2150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Installing </a:t>
            </a:r>
            <a:r>
              <a:rPr lang="en-US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Joomla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2151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2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1: Install XAMPP or WAMP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XAMPP → Apache + PHP + </a:t>
            </a:r>
            <a:r>
              <a:rPr lang="en-IN" sz="2000" dirty="0" err="1" smtClean="0"/>
              <a:t>MySQL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Start </a:t>
            </a:r>
            <a:r>
              <a:rPr lang="en-IN" sz="2000" b="1" dirty="0" smtClean="0"/>
              <a:t>Apache</a:t>
            </a:r>
            <a:r>
              <a:rPr lang="en-IN" sz="2000" dirty="0" smtClean="0"/>
              <a:t> and </a:t>
            </a:r>
            <a:r>
              <a:rPr lang="en-IN" sz="2000" b="1" dirty="0" err="1" smtClean="0"/>
              <a:t>MySQL</a:t>
            </a:r>
            <a:r>
              <a:rPr lang="en-IN" sz="2000" dirty="0" smtClean="0"/>
              <a:t> services.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2: Copy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Files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Extract the downloaded ZIP folder.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Copy the extracted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folder into: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htdocs</a:t>
            </a:r>
            <a:r>
              <a:rPr lang="en-IN" sz="2000" dirty="0" smtClean="0"/>
              <a:t> (for XAMPP)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www (for WAMP)</a:t>
            </a:r>
            <a:r>
              <a:rPr lang="en-US" sz="2000" dirty="0"/>
              <a:t>		</a:t>
            </a:r>
          </a:p>
        </p:txBody>
      </p:sp>
      <p:pic>
        <p:nvPicPr>
          <p:cNvPr id="2151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4579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24580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24581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Continue…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2458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3: Create a Database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Open browser → go to </a:t>
            </a:r>
            <a:r>
              <a:rPr lang="en-IN" sz="2000" b="1" dirty="0" smtClean="0">
                <a:hlinkClick r:id="rId10"/>
              </a:rPr>
              <a:t>http://localhost/phpmyadmin</a:t>
            </a:r>
            <a:endParaRPr lang="en-IN" sz="2000" b="1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</a:t>
            </a:r>
            <a:r>
              <a:rPr lang="en-IN" sz="2000" b="1" dirty="0" smtClean="0"/>
              <a:t>New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Create database name (example: </a:t>
            </a:r>
            <a:r>
              <a:rPr lang="en-IN" sz="2000" dirty="0" err="1" smtClean="0"/>
              <a:t>joomla_db</a:t>
            </a:r>
            <a:r>
              <a:rPr lang="en-IN" sz="2000" dirty="0" smtClean="0"/>
              <a:t>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4: Run the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Installer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Open browser → </a:t>
            </a:r>
            <a:r>
              <a:rPr lang="en-IN" sz="2000" dirty="0" smtClean="0">
                <a:hlinkClick r:id="rId11"/>
              </a:rPr>
              <a:t>http://localhost/joomla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5: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Installation Steps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1. Site Configuration  </a:t>
            </a:r>
            <a:r>
              <a:rPr lang="en-IN" sz="2000" dirty="0" smtClean="0"/>
              <a:t>Site Name, Description , Admin email , Admin username + password Click </a:t>
            </a:r>
            <a:r>
              <a:rPr lang="en-IN" sz="2000" b="1" dirty="0" smtClean="0"/>
              <a:t>Next</a:t>
            </a:r>
            <a:r>
              <a:rPr lang="en-IN" sz="2000" dirty="0" smtClean="0"/>
              <a:t>.</a:t>
            </a:r>
            <a:endParaRPr lang="en-US" sz="2000" b="1" dirty="0"/>
          </a:p>
        </p:txBody>
      </p:sp>
      <p:pic>
        <p:nvPicPr>
          <p:cNvPr id="24585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5603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25604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25605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2560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8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2. Database Configuration</a:t>
            </a:r>
            <a:r>
              <a:rPr lang="en-US" sz="2000" b="1" dirty="0"/>
              <a:t>	</a:t>
            </a:r>
            <a:r>
              <a:rPr lang="en-US" sz="2000" b="1" dirty="0" smtClean="0"/>
              <a:t> </a:t>
            </a:r>
            <a:r>
              <a:rPr lang="en-IN" sz="2000" dirty="0" smtClean="0"/>
              <a:t>Database Type: </a:t>
            </a:r>
            <a:r>
              <a:rPr lang="en-IN" sz="2000" dirty="0" err="1" smtClean="0"/>
              <a:t>MySQLi</a:t>
            </a:r>
            <a:r>
              <a:rPr lang="en-IN" sz="2000" dirty="0" smtClean="0"/>
              <a:t> , Host Name: </a:t>
            </a:r>
            <a:r>
              <a:rPr lang="en-IN" sz="2000" dirty="0" err="1" smtClean="0"/>
              <a:t>localhost</a:t>
            </a:r>
            <a:r>
              <a:rPr lang="en-IN" sz="2000" dirty="0" smtClean="0"/>
              <a:t> , Username: root (default for local XAMPP/WAMP) , Password: </a:t>
            </a:r>
            <a:r>
              <a:rPr lang="en-IN" sz="2000" i="1" dirty="0" smtClean="0"/>
              <a:t>(leave blank for local) , </a:t>
            </a:r>
            <a:r>
              <a:rPr lang="en-IN" sz="2000" dirty="0" smtClean="0"/>
              <a:t>Database Name: </a:t>
            </a:r>
            <a:r>
              <a:rPr lang="en-IN" sz="2000" dirty="0" err="1" smtClean="0"/>
              <a:t>joomla_db</a:t>
            </a:r>
            <a:r>
              <a:rPr lang="en-IN" sz="2000" dirty="0" smtClean="0"/>
              <a:t>   Click </a:t>
            </a:r>
            <a:r>
              <a:rPr lang="en-IN" sz="2000" b="1" dirty="0" smtClean="0"/>
              <a:t>Next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3. Finalization 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will install the required tables. After completion → click </a:t>
            </a:r>
            <a:r>
              <a:rPr lang="en-IN" sz="2000" b="1" dirty="0" smtClean="0"/>
              <a:t>Remove Installation Folder</a:t>
            </a:r>
            <a:r>
              <a:rPr lang="en-IN" sz="2000" dirty="0" smtClean="0"/>
              <a:t> (mandatory).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6: Login to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Admin Panel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to: </a:t>
            </a:r>
            <a:r>
              <a:rPr lang="en-IN" sz="2000" dirty="0" smtClean="0">
                <a:hlinkClick r:id="rId10"/>
              </a:rPr>
              <a:t>http://localhost/joomla/administrator</a:t>
            </a:r>
            <a:r>
              <a:rPr lang="en-IN" sz="2000" dirty="0" smtClean="0"/>
              <a:t> Enter the admin username &amp; password. Your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site is ready!</a:t>
            </a:r>
            <a:r>
              <a:rPr lang="en-US" sz="2000" b="1" dirty="0"/>
              <a:t>	</a:t>
            </a:r>
          </a:p>
        </p:txBody>
      </p:sp>
      <p:pic>
        <p:nvPicPr>
          <p:cNvPr id="25609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662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2662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2662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Continue…</a:t>
            </a:r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2663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2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Installing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on a Web Server (Hosting)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1: Upload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Login to hosting account (</a:t>
            </a:r>
            <a:r>
              <a:rPr lang="en-IN" sz="2000" dirty="0" err="1" smtClean="0"/>
              <a:t>cPanel</a:t>
            </a:r>
            <a:r>
              <a:rPr lang="en-IN" sz="2000" dirty="0" smtClean="0"/>
              <a:t>)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 </a:t>
            </a:r>
            <a:r>
              <a:rPr lang="en-IN" sz="2000" b="1" dirty="0" smtClean="0"/>
              <a:t>File Manager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Upload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ZIP into </a:t>
            </a:r>
            <a:r>
              <a:rPr lang="en-IN" sz="2000" dirty="0" err="1" smtClean="0"/>
              <a:t>public_html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Extract the ZIP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2: Create a Database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Open </a:t>
            </a:r>
            <a:r>
              <a:rPr lang="en-IN" sz="2000" b="1" dirty="0" err="1" smtClean="0"/>
              <a:t>MySQL</a:t>
            </a:r>
            <a:r>
              <a:rPr lang="en-IN" sz="2000" b="1" dirty="0" smtClean="0"/>
              <a:t> Database Wizard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Create: Database , Database User , Assign ALL PRIVILEGES</a:t>
            </a:r>
            <a:r>
              <a:rPr lang="en-US" sz="2000" b="1" dirty="0"/>
              <a:t>	</a:t>
            </a:r>
          </a:p>
        </p:txBody>
      </p:sp>
      <p:pic>
        <p:nvPicPr>
          <p:cNvPr id="2663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8675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28676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28677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Method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28679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Rectangle 1"/>
          <p:cNvSpPr>
            <a:spLocks noChangeArrowheads="1"/>
          </p:cNvSpPr>
          <p:nvPr/>
        </p:nvSpPr>
        <p:spPr bwMode="auto">
          <a:xfrm>
            <a:off x="85725" y="2212975"/>
            <a:ext cx="873760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3: Run Installation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Open domain in browser: </a:t>
            </a:r>
            <a:r>
              <a:rPr lang="en-IN" sz="2000" dirty="0" smtClean="0">
                <a:hlinkClick r:id="rId10"/>
              </a:rPr>
              <a:t>https://yourdomain.com</a:t>
            </a:r>
            <a:r>
              <a:rPr lang="en-IN" sz="2000" dirty="0" smtClean="0"/>
              <a:t>  Follow the same installation process as </a:t>
            </a:r>
            <a:r>
              <a:rPr lang="en-IN" sz="2000" dirty="0" err="1" smtClean="0"/>
              <a:t>localhost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IN" sz="2000" b="1" dirty="0"/>
          </a:p>
          <a:p>
            <a:pPr marL="342900" indent="-342900" algn="just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2868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0723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0724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0725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Joomla</a:t>
            </a:r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Administration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0727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Administration refers to the </a:t>
            </a:r>
            <a:r>
              <a:rPr lang="en-IN" sz="2000" b="1" dirty="0" smtClean="0"/>
              <a:t>backend control panel</a:t>
            </a:r>
            <a:r>
              <a:rPr lang="en-IN" sz="2000" dirty="0" smtClean="0"/>
              <a:t> where website administrators manage the entire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website.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It provides tools to control content, users, extensions, templates, configuration, and overall site functionality.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The administration panel is accessible at: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>
                <a:hlinkClick r:id="rId10"/>
              </a:rPr>
              <a:t>http://yourdomain.com/administrator</a:t>
            </a:r>
            <a:r>
              <a:rPr lang="en-IN" sz="2000" dirty="0" smtClean="0"/>
              <a:t>(or </a:t>
            </a:r>
            <a:r>
              <a:rPr lang="en-IN" sz="2000" b="1" dirty="0" smtClean="0">
                <a:hlinkClick r:id="rId11"/>
              </a:rPr>
              <a:t>http://localhost/joomla/administrator</a:t>
            </a:r>
            <a:r>
              <a:rPr lang="en-IN" sz="2000" b="1" dirty="0" smtClean="0"/>
              <a:t> </a:t>
            </a:r>
            <a:r>
              <a:rPr lang="en-IN" sz="2000" dirty="0" smtClean="0"/>
              <a:t>in local setups)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After logging in with the </a:t>
            </a:r>
            <a:r>
              <a:rPr lang="en-IN" sz="2000" b="1" dirty="0" smtClean="0"/>
              <a:t>administrator username and password</a:t>
            </a:r>
            <a:r>
              <a:rPr lang="en-IN" sz="2000" dirty="0" smtClean="0"/>
              <a:t>, you enter the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Admin Dashboard</a:t>
            </a:r>
            <a:r>
              <a:rPr lang="en-IN" sz="2000" dirty="0" smtClean="0"/>
              <a:t>.</a:t>
            </a:r>
            <a:endParaRPr lang="en-IN" sz="2000" b="1" dirty="0"/>
          </a:p>
          <a:p>
            <a:pPr marL="342900" indent="-342900" algn="just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30729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</a:t>
            </a:r>
          </a:p>
          <a:p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1. Content Management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section helps to manage all website content: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b="1" dirty="0" smtClean="0"/>
              <a:t>Articles</a:t>
            </a:r>
            <a:r>
              <a:rPr lang="fr-FR" sz="2000" dirty="0" smtClean="0"/>
              <a:t>: </a:t>
            </a:r>
            <a:r>
              <a:rPr lang="fr-FR" sz="2000" dirty="0" err="1" smtClean="0"/>
              <a:t>Create</a:t>
            </a:r>
            <a:r>
              <a:rPr lang="fr-FR" sz="2000" dirty="0" smtClean="0"/>
              <a:t>, </a:t>
            </a:r>
            <a:r>
              <a:rPr lang="fr-FR" sz="2000" dirty="0" err="1" smtClean="0"/>
              <a:t>edit</a:t>
            </a:r>
            <a:r>
              <a:rPr lang="fr-FR" sz="2000" dirty="0" smtClean="0"/>
              <a:t>, </a:t>
            </a:r>
            <a:r>
              <a:rPr lang="fr-FR" sz="2000" dirty="0" err="1" smtClean="0"/>
              <a:t>delete</a:t>
            </a:r>
            <a:r>
              <a:rPr lang="fr-FR" sz="2000" dirty="0" smtClean="0"/>
              <a:t> content pages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Categories</a:t>
            </a:r>
            <a:r>
              <a:rPr lang="en-IN" sz="2000" dirty="0" smtClean="0"/>
              <a:t>: Organize articles into groups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Media Manager</a:t>
            </a:r>
            <a:r>
              <a:rPr lang="en-IN" sz="2000" dirty="0" smtClean="0"/>
              <a:t>: Upload images, videos, documents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Featured Articles</a:t>
            </a:r>
            <a:r>
              <a:rPr lang="en-IN" sz="2000" dirty="0" smtClean="0"/>
              <a:t>: Select articles to display on homepage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 smtClean="0"/>
              <a:t>2. </a:t>
            </a:r>
            <a:r>
              <a:rPr lang="en-IN" sz="2000" b="1" dirty="0" smtClean="0"/>
              <a:t>User Management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Used for controlling access to the site: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Add, edit, delete users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IN" sz="2000" b="1" dirty="0"/>
          </a:p>
          <a:p>
            <a:pPr marL="342900" indent="-342900" algn="just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Assign user groups (Author, Editor, Manager, Admin, etc.)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Set permissions using Access Control Levels (ACL)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has a strong and flexible permission system.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3. Menu Management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Menus control navigation of the website: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 err="1" smtClean="0"/>
              <a:t>Create</a:t>
            </a:r>
            <a:r>
              <a:rPr lang="fr-FR" sz="2000" dirty="0" smtClean="0"/>
              <a:t> menus (Main Menu, </a:t>
            </a:r>
            <a:r>
              <a:rPr lang="fr-FR" sz="2000" dirty="0" err="1" smtClean="0"/>
              <a:t>Footer</a:t>
            </a:r>
            <a:r>
              <a:rPr lang="fr-FR" sz="2000" dirty="0" smtClean="0"/>
              <a:t> Menu, etc.)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Add menu items (links to articles, categories, components)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Control menu hierarchy (parent &amp; child items)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171198895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4. Extension Management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Extensions add extra features to </a:t>
            </a:r>
            <a:r>
              <a:rPr lang="en-IN" sz="2000" dirty="0" err="1" smtClean="0"/>
              <a:t>Joomla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Types of Extensions: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Components</a:t>
            </a:r>
            <a:r>
              <a:rPr lang="en-IN" sz="2000" dirty="0" smtClean="0"/>
              <a:t> – main functional units (e.g., Contacts, Banners,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Articles)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Modules</a:t>
            </a:r>
            <a:r>
              <a:rPr lang="en-IN" sz="2000" dirty="0" smtClean="0"/>
              <a:t> – small blocks displayed on the pages (e.g., menu module)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err="1" smtClean="0"/>
              <a:t>Plugins</a:t>
            </a:r>
            <a:r>
              <a:rPr lang="en-IN" sz="2000" dirty="0" smtClean="0"/>
              <a:t> – event-driven features (e.g., login </a:t>
            </a:r>
            <a:r>
              <a:rPr lang="en-IN" sz="2000" dirty="0" err="1" smtClean="0"/>
              <a:t>plugin</a:t>
            </a:r>
            <a:r>
              <a:rPr lang="en-IN" sz="2000" dirty="0" smtClean="0"/>
              <a:t>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Templates</a:t>
            </a:r>
            <a:r>
              <a:rPr lang="en-IN" sz="2000" dirty="0" smtClean="0"/>
              <a:t> – design/layout of the website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The Extension Manager allows: Install / uninstall extensions , Update extensions , Enable / disable plug-ins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57186644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5. Template Management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Templates control the look and feel of both the </a:t>
            </a:r>
            <a:r>
              <a:rPr lang="en-IN" sz="2000" b="1" dirty="0" smtClean="0"/>
              <a:t>frontend</a:t>
            </a:r>
            <a:r>
              <a:rPr lang="en-IN" sz="2000" dirty="0" smtClean="0"/>
              <a:t> and </a:t>
            </a:r>
            <a:r>
              <a:rPr lang="en-IN" sz="2000" b="1" dirty="0" smtClean="0"/>
              <a:t>backend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You can: Install templates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Customize template styles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Change layout positions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Assign templates to specific pages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6. Global Configuration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is one of the most important panels.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Here the administrator can configure site-wide settings: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098723886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US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Continue…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Site name, metadata, offline mode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Server settings (cache, sessions, error reporting)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sv-SE" sz="2000" dirty="0" smtClean="0"/>
              <a:t>SEO settings (URLs, metadata options)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Database settings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Mail server configuration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7. System Maintenance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includes: Clear cache , Global check-in  , Backup and restore , View system information , Update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core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15409046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importing templates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5"/>
            <a:ext cx="8772525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 </a:t>
            </a:r>
            <a:r>
              <a:rPr lang="en-IN" sz="2000" b="1" dirty="0" smtClean="0"/>
              <a:t>template</a:t>
            </a:r>
            <a:r>
              <a:rPr lang="en-IN" sz="2000" dirty="0" smtClean="0"/>
              <a:t> in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controls the overall </a:t>
            </a:r>
            <a:r>
              <a:rPr lang="en-IN" sz="2000" b="1" dirty="0" smtClean="0"/>
              <a:t>look, layout, and design</a:t>
            </a:r>
            <a:r>
              <a:rPr lang="en-IN" sz="2000" dirty="0" smtClean="0"/>
              <a:t> of the website.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Importing or installing a new template allows you to change your site’s appearance without modifying the content.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supports two ways to import templates: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Uploading a template package (.zip)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Installing from a directory or URL</a:t>
            </a:r>
            <a:endParaRPr lang="en-US" sz="2000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65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Uploading a template package (.zip)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1: Download the Template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Visit a trusted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template provider (e.g., </a:t>
            </a:r>
            <a:r>
              <a:rPr lang="en-IN" sz="2000" dirty="0" err="1" smtClean="0"/>
              <a:t>JoomShaper</a:t>
            </a:r>
            <a:r>
              <a:rPr lang="en-IN" sz="2000" dirty="0" smtClean="0"/>
              <a:t>, </a:t>
            </a:r>
            <a:r>
              <a:rPr lang="en-IN" sz="2000" dirty="0" err="1" smtClean="0"/>
              <a:t>JoomlArt</a:t>
            </a:r>
            <a:r>
              <a:rPr lang="en-IN" sz="2000" dirty="0" smtClean="0"/>
              <a:t>, </a:t>
            </a:r>
            <a:r>
              <a:rPr lang="en-IN" sz="2000" dirty="0" err="1" smtClean="0"/>
              <a:t>TemplateMonster</a:t>
            </a:r>
            <a:r>
              <a:rPr lang="en-IN" sz="2000" dirty="0" smtClean="0"/>
              <a:t>).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Download the template package in </a:t>
            </a:r>
            <a:r>
              <a:rPr lang="en-IN" sz="2000" b="1" dirty="0" smtClean="0"/>
              <a:t>.zip</a:t>
            </a:r>
            <a:r>
              <a:rPr lang="en-IN" sz="2000" dirty="0" smtClean="0"/>
              <a:t> format.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Do NOT extract it.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2: Open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Administrator Panel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to: </a:t>
            </a:r>
            <a:r>
              <a:rPr lang="en-IN" sz="2000" b="1" dirty="0" smtClean="0">
                <a:hlinkClick r:id="rId10"/>
              </a:rPr>
              <a:t>http://yourdomain.com/administrator</a:t>
            </a:r>
            <a:endParaRPr lang="en-IN" sz="2000" b="1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Login with admin username and password.</a:t>
            </a:r>
            <a:endParaRPr lang="en-IN" sz="2000" b="1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3: Go to Extensions → Manage → Install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You will see three installation options: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Upload Package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Install from Folder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Install from URL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4: Upload Template (.zip)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</a:t>
            </a:r>
            <a:r>
              <a:rPr lang="en-IN" sz="2000" b="1" dirty="0" smtClean="0"/>
              <a:t>Upload Package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Select the downloaded template .zip file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</a:t>
            </a:r>
            <a:r>
              <a:rPr lang="en-IN" sz="2000" b="1" dirty="0" smtClean="0"/>
              <a:t>Upload &amp; Install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will automatically extract and install the template.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5: Set Template as Default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After installation: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 </a:t>
            </a:r>
            <a:r>
              <a:rPr lang="en-IN" sz="2000" b="1" dirty="0" smtClean="0"/>
              <a:t>Extensions → Templates → Styles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Select your newly installed template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</a:t>
            </a:r>
            <a:r>
              <a:rPr lang="en-IN" sz="2000" b="1" dirty="0" smtClean="0"/>
              <a:t>Default (star icon)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Now the new template becomes the default for your site.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Installing from a directory or URL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Install From URL.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Paste the direct URL of the template package and click Install.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Managing and Customizing Templates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After importing: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Open </a:t>
            </a:r>
            <a:r>
              <a:rPr lang="en-IN" sz="2000" b="1" dirty="0" smtClean="0"/>
              <a:t>Extensions → Templates → Styles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Choose template → click </a:t>
            </a:r>
            <a:r>
              <a:rPr lang="en-IN" sz="2000" b="1" dirty="0" smtClean="0"/>
              <a:t>Customize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Edit template settings (</a:t>
            </a:r>
            <a:r>
              <a:rPr lang="en-IN" sz="2000" dirty="0" err="1" smtClean="0"/>
              <a:t>colors</a:t>
            </a:r>
            <a:r>
              <a:rPr lang="en-IN" sz="2000" dirty="0" smtClean="0"/>
              <a:t>, fonts, layout)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Modify template files using </a:t>
            </a:r>
            <a:r>
              <a:rPr lang="en-IN" sz="2000" b="1" dirty="0" smtClean="0"/>
              <a:t>Template File Editor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Assign templates to specific menu items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Configuring templates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1: Open Template Manager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Login to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Administrator Panel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 </a:t>
            </a:r>
            <a:r>
              <a:rPr lang="en-IN" sz="2000" b="1" dirty="0" smtClean="0"/>
              <a:t>Extensions → Templates → Styles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page displays all installed templates for </a:t>
            </a:r>
            <a:r>
              <a:rPr lang="en-IN" sz="2000" b="1" dirty="0" smtClean="0"/>
              <a:t>frontend</a:t>
            </a:r>
            <a:r>
              <a:rPr lang="en-IN" sz="2000" dirty="0" smtClean="0"/>
              <a:t> and </a:t>
            </a:r>
            <a:r>
              <a:rPr lang="en-IN" sz="2000" b="1" dirty="0" smtClean="0"/>
              <a:t>backend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2: Select the Template to Configure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on the template name under </a:t>
            </a:r>
            <a:r>
              <a:rPr lang="en-IN" sz="2000" b="1" dirty="0" smtClean="0"/>
              <a:t>Styles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opens the </a:t>
            </a:r>
            <a:r>
              <a:rPr lang="en-IN" sz="2000" b="1" dirty="0" smtClean="0"/>
              <a:t>Template Settings Panel</a:t>
            </a:r>
            <a:r>
              <a:rPr lang="en-IN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3: Customize Template Options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Different templates provide different configuration options, such as: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a) Layout Settings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Choose layout style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Select number of columns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Adjust module positions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Enable/disable sections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b) </a:t>
            </a:r>
            <a:r>
              <a:rPr lang="en-IN" sz="2000" b="1" dirty="0" err="1" smtClean="0"/>
              <a:t>Color</a:t>
            </a:r>
            <a:r>
              <a:rPr lang="en-IN" sz="2000" b="1" dirty="0" smtClean="0"/>
              <a:t> &amp; Theme Settings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Change </a:t>
            </a:r>
            <a:r>
              <a:rPr lang="en-IN" sz="2000" dirty="0" err="1" smtClean="0"/>
              <a:t>colors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Modify background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elect typography styles (fonts, sizes) , Apply light/dark modes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c) Logo &amp; Branding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Upload site logo , Set </a:t>
            </a:r>
            <a:r>
              <a:rPr lang="en-IN" sz="2000" dirty="0" err="1" smtClean="0"/>
              <a:t>favicon</a:t>
            </a:r>
            <a:r>
              <a:rPr lang="en-IN" sz="2000" dirty="0" smtClean="0"/>
              <a:t> , Add header image , Adjust logo size and position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d) Menu &amp; Navigation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Configure main menu , Choose menu position , Enable sticky/fixed menu ,Add mega menu options (if supported)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e) Module Positioning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Templates can be applied to: Entire website , Specific menu items (e.g., homepage only)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 smtClean="0"/>
              <a:t>Extensions → </a:t>
            </a:r>
            <a:r>
              <a:rPr lang="fr-FR" sz="2000" dirty="0" err="1" smtClean="0"/>
              <a:t>Templates</a:t>
            </a:r>
            <a:r>
              <a:rPr lang="fr-FR" sz="2000" dirty="0" smtClean="0"/>
              <a:t> → Styles → Template → Menu </a:t>
            </a:r>
            <a:r>
              <a:rPr lang="fr-FR" sz="2000" dirty="0" err="1" smtClean="0"/>
              <a:t>Assignment</a:t>
            </a:r>
            <a:endParaRPr lang="en-IN" sz="2000" b="1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Step 5: Save the Configuration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Click </a:t>
            </a:r>
            <a:r>
              <a:rPr lang="en-IN" sz="2000" b="1" dirty="0" smtClean="0"/>
              <a:t>Save</a:t>
            </a:r>
            <a:r>
              <a:rPr lang="en-IN" sz="2000" dirty="0" smtClean="0"/>
              <a:t> or </a:t>
            </a:r>
            <a:r>
              <a:rPr lang="en-IN" sz="2000" b="1" dirty="0" smtClean="0"/>
              <a:t>Save &amp; Close</a:t>
            </a:r>
            <a:r>
              <a:rPr lang="en-IN" sz="2000" dirty="0" smtClean="0"/>
              <a:t> to apply changes.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Template File Editor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Under </a:t>
            </a:r>
            <a:r>
              <a:rPr lang="en-IN" sz="2000" b="1" dirty="0" smtClean="0"/>
              <a:t>Templates → Templates → (Template Name)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You can edit: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HTML files  , CSS files , JavaScript files , Layout overrides , Custom code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Create Store Database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does not require you to manually create a separate database for a store.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You </a:t>
            </a:r>
            <a:r>
              <a:rPr lang="en-IN" sz="2000" b="1" dirty="0" smtClean="0"/>
              <a:t>install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first</a:t>
            </a:r>
            <a:r>
              <a:rPr lang="en-IN" sz="2000" dirty="0" smtClean="0"/>
              <a:t>, then use an </a:t>
            </a:r>
            <a:r>
              <a:rPr lang="en-IN" sz="2000" b="1" dirty="0" smtClean="0"/>
              <a:t>e-commerce extension</a:t>
            </a:r>
            <a:r>
              <a:rPr lang="en-IN" sz="2000" dirty="0" smtClean="0"/>
              <a:t> to set up the store database tables within </a:t>
            </a:r>
            <a:r>
              <a:rPr lang="en-IN" sz="2000" dirty="0" err="1" smtClean="0"/>
              <a:t>Joomla’s</a:t>
            </a:r>
            <a:r>
              <a:rPr lang="en-IN" sz="2000" dirty="0" smtClean="0"/>
              <a:t> existing database.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1. Prerequisites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err="1" smtClean="0"/>
              <a:t>Joomla</a:t>
            </a:r>
            <a:r>
              <a:rPr lang="en-IN" sz="2000" dirty="0" smtClean="0"/>
              <a:t> installed on </a:t>
            </a:r>
            <a:r>
              <a:rPr lang="en-IN" sz="2000" b="1" dirty="0" err="1" smtClean="0"/>
              <a:t>localhost</a:t>
            </a:r>
            <a:r>
              <a:rPr lang="en-IN" sz="2000" dirty="0" smtClean="0"/>
              <a:t> (XAMPP/WAMP) or on a web server.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An </a:t>
            </a:r>
            <a:r>
              <a:rPr lang="en-IN" sz="2000" b="1" dirty="0" smtClean="0"/>
              <a:t>administrator account</a:t>
            </a:r>
            <a:r>
              <a:rPr lang="en-IN" sz="2000" dirty="0" smtClean="0"/>
              <a:t> for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backend.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 chosen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e-commerce extension</a:t>
            </a:r>
            <a:r>
              <a:rPr lang="en-IN" sz="2000" dirty="0" smtClean="0"/>
              <a:t> (e.g., </a:t>
            </a:r>
            <a:r>
              <a:rPr lang="en-IN" sz="2000" b="1" dirty="0" err="1" smtClean="0"/>
              <a:t>VirtueMart</a:t>
            </a:r>
            <a:r>
              <a:rPr lang="en-IN" sz="2000" dirty="0" smtClean="0"/>
              <a:t>, </a:t>
            </a:r>
            <a:r>
              <a:rPr lang="en-IN" sz="2000" b="1" dirty="0" smtClean="0"/>
              <a:t>J2Store</a:t>
            </a:r>
            <a:r>
              <a:rPr lang="en-IN" sz="2000" dirty="0" smtClean="0"/>
              <a:t>, </a:t>
            </a:r>
            <a:r>
              <a:rPr lang="en-IN" sz="2000" b="1" dirty="0" err="1" smtClean="0"/>
              <a:t>HikaShop</a:t>
            </a:r>
            <a:r>
              <a:rPr lang="en-IN" sz="2000" dirty="0" smtClean="0"/>
              <a:t>).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2. Install an E-commerce Extension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Download the extension from the official site.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Login to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Administrator Panel:  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>
                <a:hlinkClick r:id="rId10"/>
              </a:rPr>
              <a:t>http://yourdomain.com/administrator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Navigate to: Extensions → Manage → Install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Upload the extension .zip file → Click </a:t>
            </a:r>
            <a:r>
              <a:rPr lang="en-IN" sz="2000" b="1" dirty="0" smtClean="0"/>
              <a:t>Upload &amp; Install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This process automatically creates the required tables for products, customers, orders, and payments in the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database.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b="1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b="1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3. Configure the Store Database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Once the extension is installed: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Go to the extension panel: </a:t>
            </a:r>
            <a:r>
              <a:rPr lang="en-IN" sz="2000" b="1" dirty="0" smtClean="0"/>
              <a:t>Components → [Extension Name]</a:t>
            </a:r>
            <a:r>
              <a:rPr lang="en-IN" sz="2000" dirty="0" smtClean="0"/>
              <a:t> (e.g., </a:t>
            </a:r>
            <a:r>
              <a:rPr lang="en-IN" sz="2000" dirty="0" err="1" smtClean="0"/>
              <a:t>VirtueMart</a:t>
            </a:r>
            <a:r>
              <a:rPr lang="en-IN" sz="2000" dirty="0" smtClean="0"/>
              <a:t>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Configure the following: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a) Products  </a:t>
            </a:r>
            <a:r>
              <a:rPr lang="en-IN" sz="2000" dirty="0" smtClean="0"/>
              <a:t>Add product categories</a:t>
            </a:r>
            <a:r>
              <a:rPr lang="en-IN" sz="2000" b="1" dirty="0" smtClean="0"/>
              <a:t> , </a:t>
            </a:r>
            <a:r>
              <a:rPr lang="en-IN" sz="2000" dirty="0" smtClean="0"/>
              <a:t>Add products with price, stock, Upload images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b) Customers </a:t>
            </a:r>
            <a:r>
              <a:rPr lang="en-IN" sz="2000" dirty="0" smtClean="0"/>
              <a:t>Add customer details (optional for admin) Customer registration handled automatically during checkout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c) Orders  </a:t>
            </a:r>
            <a:r>
              <a:rPr lang="en-IN" sz="2000" dirty="0" err="1" smtClean="0"/>
              <a:t>Orders</a:t>
            </a:r>
            <a:r>
              <a:rPr lang="en-IN" sz="2000" dirty="0" smtClean="0"/>
              <a:t> are stored automatically in the database  , </a:t>
            </a:r>
            <a:r>
              <a:rPr lang="en-IN" sz="2000" dirty="0" err="1" smtClean="0"/>
              <a:t>dmin</a:t>
            </a:r>
            <a:r>
              <a:rPr lang="en-IN" sz="2000" dirty="0" smtClean="0"/>
              <a:t> can view, edit, or delete orders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d) Payments &amp; Shipping</a:t>
            </a:r>
            <a:r>
              <a:rPr lang="en-IN" sz="2000" dirty="0" smtClean="0"/>
              <a:t>   Configure payment gateways (PayPal, Stripe, COD, etc.) , Configure shipping methods  All data is stored in </a:t>
            </a:r>
            <a:r>
              <a:rPr lang="en-IN" sz="2000" dirty="0" err="1" smtClean="0"/>
              <a:t>Joomla’s</a:t>
            </a:r>
            <a:r>
              <a:rPr lang="en-IN" sz="2000" dirty="0" smtClean="0"/>
              <a:t> </a:t>
            </a:r>
            <a:r>
              <a:rPr lang="en-IN" sz="2000" dirty="0" err="1" smtClean="0"/>
              <a:t>MySQL</a:t>
            </a:r>
            <a:r>
              <a:rPr lang="en-IN" sz="2000" dirty="0" smtClean="0"/>
              <a:t> database tables created by the extension.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4. Example of Store Database Tables Created by Extensions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After installing an e-commerce extension like </a:t>
            </a:r>
            <a:r>
              <a:rPr lang="en-IN" sz="2000" dirty="0" err="1" smtClean="0"/>
              <a:t>VirtueMart</a:t>
            </a:r>
            <a:r>
              <a:rPr lang="en-IN" sz="2000" dirty="0" smtClean="0"/>
              <a:t>, the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database will contain tables like: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95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#__ is the prefix defined during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installation (default: </a:t>
            </a:r>
            <a:r>
              <a:rPr lang="en-IN" sz="2000" dirty="0" err="1" smtClean="0"/>
              <a:t>jos</a:t>
            </a:r>
            <a:r>
              <a:rPr lang="en-IN" sz="2000" dirty="0" smtClean="0"/>
              <a:t>_)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4282" y="2928934"/>
          <a:ext cx="857256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0"/>
                <a:gridCol w="428628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Table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Description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virtuemart_products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product information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virtuemart_categories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product categories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virtuemart_orders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customer orders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virtuemart_order_items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products in each </a:t>
                      </a:r>
                      <a:r>
                        <a:rPr lang="en-IN" dirty="0" err="1" smtClean="0"/>
                        <a:t>orde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virtuemart_customers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customer details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virtuemart_payment_methods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payment method details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#__</a:t>
                      </a:r>
                      <a:r>
                        <a:rPr lang="en-IN" dirty="0" err="1" smtClean="0"/>
                        <a:t>virtuemart_shipment_methods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Stores shipping details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5. Benefits of Using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Extensions for Store Database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No need to manually create database tables.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Handles all relationships between customers, products, and orders.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Provides a user-friendly interface to manage the store.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Supports secure checkout, inventory management, and reporting.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set up Wizard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The Set Up Wizard is a step-by-step interface that appears during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installation</a:t>
            </a:r>
            <a:r>
              <a:rPr lang="en-IN" sz="2000" dirty="0" smtClean="0"/>
              <a:t> or extension setup.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It helps administrators configure site name, admin credentials, database settings, template, and sample data quickly and accurately.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Using the wizard reduces errors, is beginner-friendly, and ensures the website or extension is ready for use immediately.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Many e-commerce extensions also provide a setup wizard to configure store details, payment, shipping, and products.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Advantages of Using Set Up Wizard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Beginner-friendly; no need to manually configure complex settings.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Reduces installation errors.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Quick setup for templates, extensions, and databases.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Ensures proper configuration for security and performance.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Can install sample data for testing or learning.</a:t>
            </a: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Admin panel 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The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Admin Panel</a:t>
            </a:r>
            <a:r>
              <a:rPr lang="en-IN" sz="2000" dirty="0" smtClean="0"/>
              <a:t> (also called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Backend</a:t>
            </a:r>
            <a:r>
              <a:rPr lang="en-IN" sz="2000" dirty="0" smtClean="0"/>
              <a:t>) is the </a:t>
            </a:r>
            <a:r>
              <a:rPr lang="en-IN" sz="2000" b="1" dirty="0" smtClean="0"/>
              <a:t>control </a:t>
            </a:r>
            <a:r>
              <a:rPr lang="en-IN" sz="2000" b="1" dirty="0" err="1" smtClean="0"/>
              <a:t>center</a:t>
            </a:r>
            <a:r>
              <a:rPr lang="en-IN" sz="2000" dirty="0" smtClean="0"/>
              <a:t> of a </a:t>
            </a:r>
            <a:r>
              <a:rPr lang="en-IN" sz="2000" dirty="0" err="1" smtClean="0"/>
              <a:t>Joomla</a:t>
            </a:r>
            <a:r>
              <a:rPr lang="en-IN" sz="2000" dirty="0" smtClean="0"/>
              <a:t> website where administrators can </a:t>
            </a:r>
            <a:r>
              <a:rPr lang="en-IN" sz="2000" b="1" dirty="0" smtClean="0"/>
              <a:t>manage, configure, and maintain</a:t>
            </a:r>
            <a:r>
              <a:rPr lang="en-IN" sz="2000" dirty="0" smtClean="0"/>
              <a:t> the site.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It allows full control over content, users, menus, templates, extensions, and system settings.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You can access it at: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>
                <a:hlinkClick r:id="rId10"/>
              </a:rPr>
              <a:t>http://yourdomain.com/administrator</a:t>
            </a:r>
            <a:r>
              <a:rPr lang="en-IN" sz="2000" dirty="0" smtClean="0"/>
              <a:t>   OR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>
                <a:hlinkClick r:id="rId11"/>
              </a:rPr>
              <a:t>http://localhost/joomla/administrator</a:t>
            </a:r>
            <a:endParaRPr lang="en-IN" sz="2000" b="1" dirty="0" smtClean="0"/>
          </a:p>
          <a:p>
            <a:pPr marL="342900" indent="-342900" algn="just">
              <a:lnSpc>
                <a:spcPct val="150000"/>
              </a:lnSpc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Components of </a:t>
            </a:r>
            <a:r>
              <a:rPr lang="en-IN" sz="2000" b="1" dirty="0" err="1" smtClean="0"/>
              <a:t>Joomla</a:t>
            </a:r>
            <a:r>
              <a:rPr lang="en-IN" sz="2000" b="1" dirty="0" smtClean="0"/>
              <a:t> Admin Panel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A. Dashboard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Displays </a:t>
            </a:r>
            <a:r>
              <a:rPr lang="en-IN" sz="2000" b="1" dirty="0" smtClean="0"/>
              <a:t>site statistics</a:t>
            </a:r>
            <a:r>
              <a:rPr lang="en-IN" sz="2000" dirty="0" smtClean="0"/>
              <a:t> (articles, users, latest activity)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Provides </a:t>
            </a:r>
            <a:r>
              <a:rPr lang="en-IN" sz="2000" b="1" dirty="0" smtClean="0"/>
              <a:t>quick icons</a:t>
            </a:r>
            <a:r>
              <a:rPr lang="en-IN" sz="2000" dirty="0" smtClean="0"/>
              <a:t> for frequently used tasks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Shows </a:t>
            </a:r>
            <a:r>
              <a:rPr lang="en-IN" sz="2000" b="1" dirty="0" smtClean="0"/>
              <a:t>system messages</a:t>
            </a:r>
            <a:r>
              <a:rPr lang="en-IN" sz="2000" dirty="0" smtClean="0"/>
              <a:t>, updates, and notifications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B. Content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Articles:</a:t>
            </a:r>
            <a:r>
              <a:rPr lang="en-IN" sz="2000" dirty="0" smtClean="0"/>
              <a:t> Create, edit, delete web pages or posts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Categories:</a:t>
            </a:r>
            <a:r>
              <a:rPr lang="en-IN" sz="2000" dirty="0" smtClean="0"/>
              <a:t> Organize articles into groups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Media Manager:</a:t>
            </a:r>
            <a:r>
              <a:rPr lang="en-IN" sz="2000" dirty="0" smtClean="0"/>
              <a:t> Upload/manage images, videos, and documents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smtClean="0"/>
              <a:t>Featured Articles:</a:t>
            </a:r>
            <a:r>
              <a:rPr lang="en-IN" sz="2000" smtClean="0"/>
              <a:t> Select content for homepage display</a:t>
            </a: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IN" sz="2000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parul\Desktop\Digital Learning Content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9144000" cy="6900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1747" name="Picture 6" descr="C:\Users\parul\Desktop\Untitled-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857375" y="3071813"/>
            <a:ext cx="5430838" cy="28035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</p:pic>
      <p:sp>
        <p:nvSpPr>
          <p:cNvPr id="31748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1749" name="TextBox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1687513"/>
            <a:ext cx="8763000" cy="5270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r>
              <a:rPr lang="en-IN" altLang="en-US" sz="3000" b="1" dirty="0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Continue...</a:t>
            </a:r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</a:br>
            <a:r>
              <a:rPr lang="en-IN" altLang="en-US" sz="3000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Method &amp; POST </a:t>
            </a:r>
            <a:r>
              <a:rPr lang="en-IN" altLang="en-US" sz="3000" dirty="0" err="1" smtClean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Metho</a:t>
            </a:r>
            <a:endParaRPr lang="en-IN" altLang="en-US" sz="3000" dirty="0" smtClean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endParaRPr lang="en-IN" altLang="en-US" sz="3000" b="1" dirty="0">
              <a:solidFill>
                <a:schemeClr val="bg1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IN" altLang="en-US" sz="3000" b="1" dirty="0">
                <a:solidFill>
                  <a:schemeClr val="bg1"/>
                </a:solidFill>
                <a:latin typeface="Calibri" pitchFamily="34" charset="0"/>
                <a:cs typeface="Times New Roman" pitchFamily="18" charset="0"/>
              </a:rPr>
              <a:t>d</a:t>
            </a:r>
          </a:p>
        </p:txBody>
      </p:sp>
      <p:sp>
        <p:nvSpPr>
          <p:cNvPr id="16390" name="Text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9238" y="2439988"/>
            <a:ext cx="8645525" cy="40608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179388" indent="-179388" algn="just">
              <a:lnSpc>
                <a:spcPct val="150000"/>
              </a:lnSpc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31751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Rectangle 1"/>
          <p:cNvSpPr>
            <a:spLocks noChangeArrowheads="1"/>
          </p:cNvSpPr>
          <p:nvPr/>
        </p:nvSpPr>
        <p:spPr bwMode="auto">
          <a:xfrm>
            <a:off x="85725" y="2212974"/>
            <a:ext cx="877252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C. </a:t>
            </a:r>
            <a:r>
              <a:rPr lang="en-IN" sz="2000" b="1" dirty="0" smtClean="0"/>
              <a:t>Users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Manage registered </a:t>
            </a:r>
            <a:r>
              <a:rPr lang="en-IN" sz="2000" dirty="0" smtClean="0"/>
              <a:t>users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Create/edit/delete </a:t>
            </a:r>
            <a:r>
              <a:rPr lang="en-IN" sz="2000" dirty="0" smtClean="0"/>
              <a:t>users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Assign roles (Author, Editor, Manager, Administrator</a:t>
            </a:r>
            <a:r>
              <a:rPr lang="en-IN" sz="2000" dirty="0" smtClean="0"/>
              <a:t>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Configure </a:t>
            </a:r>
            <a:r>
              <a:rPr lang="en-IN" sz="2000" b="1" dirty="0" smtClean="0"/>
              <a:t>Access Control Levels (ACL</a:t>
            </a:r>
            <a:r>
              <a:rPr lang="en-IN" sz="2000" b="1" dirty="0" smtClean="0"/>
              <a:t>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b="1" dirty="0" smtClean="0"/>
              <a:t>D. </a:t>
            </a:r>
            <a:r>
              <a:rPr lang="en-IN" sz="2000" b="1" dirty="0" smtClean="0"/>
              <a:t>Menus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Create navigation </a:t>
            </a:r>
            <a:r>
              <a:rPr lang="en-IN" sz="2000" dirty="0" smtClean="0"/>
              <a:t>menus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 smtClean="0"/>
              <a:t>Add menu items linking to articles, categories, or </a:t>
            </a:r>
            <a:r>
              <a:rPr lang="en-IN" sz="2000" dirty="0" smtClean="0"/>
              <a:t>components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smtClean="0"/>
              <a:t>Organize menu hierarchy (parent/child)</a:t>
            </a:r>
            <a:endParaRPr lang="en-IN" sz="2000" b="1" dirty="0" smtClean="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2000" b="1" dirty="0"/>
          </a:p>
        </p:txBody>
      </p:sp>
      <p:pic>
        <p:nvPicPr>
          <p:cNvPr id="3175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92521319"/>
      </p:ext>
    </p:extLst>
  </p:cSld>
  <p:clrMapOvr>
    <a:masterClrMapping/>
  </p:clrMapOvr>
  <p:transition advTm="93275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3214688"/>
            <a:ext cx="9144000" cy="3643312"/>
          </a:xfrm>
          <a:prstGeom prst="rect">
            <a:avLst/>
          </a:prstGeom>
          <a:solidFill>
            <a:srgbClr val="1F497D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pic>
        <p:nvPicPr>
          <p:cNvPr id="38915" name="Picture 2" descr="C:\Users\parul\Desktop\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1219200" y="361950"/>
            <a:ext cx="6705600" cy="285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8916" name="Picture 3" descr="C:\Users\parul\Desktop\2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2433638" y="4000500"/>
            <a:ext cx="4276725" cy="571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8917" name="Picture 4" descr="C:\Users\parul\Desktop\Cover Page with yellow patch - Version 18.pn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3038475" y="4946650"/>
            <a:ext cx="306705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8918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6003925"/>
            <a:ext cx="9144000" cy="357188"/>
          </a:xfrm>
          <a:prstGeom prst="rect">
            <a:avLst/>
          </a:prstGeom>
          <a:solidFill>
            <a:srgbClr val="FFFFFF"/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en-US"/>
          </a:p>
        </p:txBody>
      </p:sp>
      <p:sp>
        <p:nvSpPr>
          <p:cNvPr id="3891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49613" y="5997575"/>
            <a:ext cx="2644775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en-US">
                <a:solidFill>
                  <a:schemeClr val="tx2"/>
                </a:solidFill>
                <a:latin typeface="Calibri" pitchFamily="34" charset="0"/>
                <a:cs typeface="Times New Roman" pitchFamily="18" charset="0"/>
              </a:rPr>
              <a:t>www.paruluniversity.ac.in</a:t>
            </a:r>
          </a:p>
        </p:txBody>
      </p:sp>
      <p:pic>
        <p:nvPicPr>
          <p:cNvPr id="38920" name="Audio 1">
            <a:hlinkClick r:id="" action="ppaction://media"/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1" name="Audio 1">
            <a:hlinkClick r:id="" action="ppaction://media"/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18500" y="60325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34647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3.14"/>
  <p:tag name="AS_TITLE" val="Aspose.Slides for .NET 2.0"/>
  <p:tag name="AS_VERSION" val="2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5095</TotalTime>
  <Words>2905</Words>
  <Application>Microsoft Office PowerPoint</Application>
  <PresentationFormat>On-screen Show (4:3)</PresentationFormat>
  <Paragraphs>455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Bhavika Vaghela</dc:creator>
  <cp:keywords>Python Programming</cp:keywords>
  <cp:lastModifiedBy>Admin</cp:lastModifiedBy>
  <cp:revision>577</cp:revision>
  <cp:lastPrinted>1601-01-01T00:00:00Z</cp:lastPrinted>
  <dcterms:created xsi:type="dcterms:W3CDTF">2020-05-18T10:32:41Z</dcterms:created>
  <dcterms:modified xsi:type="dcterms:W3CDTF">2025-11-28T04:13:06Z</dcterms:modified>
</cp:coreProperties>
</file>